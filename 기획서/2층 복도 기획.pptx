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17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E3AB67-05C3-4DDE-B463-83FF66D281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ABCEDE4-38E5-4084-A12B-6255EBAA7D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5A25BD7-38A7-4C7C-8CDF-81DF1EF07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F3CC6-F86E-45E7-A0E6-9968FF29A2C2}" type="datetimeFigureOut">
              <a:rPr lang="ko-KR" altLang="en-US" smtClean="0"/>
              <a:t>2026-03-28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124DCC3-CA49-4825-BB65-14FC73AD6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BDB3127-5307-4452-8CFE-8C5C52B51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53F18-258A-49C6-8BD4-DBB6B7A153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20404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2F6869-DD8A-41BC-A1F9-5DECA6E35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A580552-9D02-4F24-B809-64BA5641BE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2996CFC-999B-42E1-AA50-4160F777B0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F3CC6-F86E-45E7-A0E6-9968FF29A2C2}" type="datetimeFigureOut">
              <a:rPr lang="ko-KR" altLang="en-US" smtClean="0"/>
              <a:t>2026-03-28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8691853-2BFE-4EFE-AADC-B5B2DE017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E58BE0D-019A-4D9A-B2D2-CDE6BA834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53F18-258A-49C6-8BD4-DBB6B7A153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32717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367E4B-B624-41BE-8C2C-538AC4FC8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D98429E-117E-451C-8404-1C6695BA9D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B610176-A984-4D91-98D0-E8B824A20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F3CC6-F86E-45E7-A0E6-9968FF29A2C2}" type="datetimeFigureOut">
              <a:rPr lang="ko-KR" altLang="en-US" smtClean="0"/>
              <a:t>2026-03-28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B42A247-36C9-4E4B-88A0-9179AF2764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A1B2DC5-FCAA-4625-BF25-A5352B6C0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53F18-258A-49C6-8BD4-DBB6B7A153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72936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58C5D3-A863-40D6-B65B-46F1D9426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65D6884-C23B-4BA2-AAD4-5C1B894DEC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3D634D2-A795-4A08-A9DD-A467730557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17FA314-9061-497C-8245-9E5F651042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F3CC6-F86E-45E7-A0E6-9968FF29A2C2}" type="datetimeFigureOut">
              <a:rPr lang="ko-KR" altLang="en-US" smtClean="0"/>
              <a:t>2026-03-28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7341A29-D7DE-4F9A-837A-D97CA5E3F6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50800FD-DE32-44B6-9969-E783F4322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53F18-258A-49C6-8BD4-DBB6B7A153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61696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A6507B-74D0-4034-8B43-B19F6ACF15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2FF3196-02BE-4E5C-A2C4-8AFDC3C222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976E7BF-D2B0-4D6F-B5BF-81AAF81C8F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31FFE56-7E75-41C0-B9F7-C151BCAF92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650409A-AAC9-4FA5-98FB-F77103F302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1713AEF-E591-46D0-AE63-4386E4C711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F3CC6-F86E-45E7-A0E6-9968FF29A2C2}" type="datetimeFigureOut">
              <a:rPr lang="ko-KR" altLang="en-US" smtClean="0"/>
              <a:t>2026-03-28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5FCEC4B-0D67-4B3E-B9EF-4816703973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567E27B-EA22-4DE5-9F86-09DA1A262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53F18-258A-49C6-8BD4-DBB6B7A153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5622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34E328-B99C-4B56-815D-3AE6C44B7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50029DB-F811-4A30-92DD-09DD012A97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F3CC6-F86E-45E7-A0E6-9968FF29A2C2}" type="datetimeFigureOut">
              <a:rPr lang="ko-KR" altLang="en-US" smtClean="0"/>
              <a:t>2026-03-28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695E867-6762-44C5-B875-775617B34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F58CA05-830B-4833-BA35-7FE33BC0C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53F18-258A-49C6-8BD4-DBB6B7A153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96403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F2BB9F2-699F-492A-91A3-B593E65017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F3CC6-F86E-45E7-A0E6-9968FF29A2C2}" type="datetimeFigureOut">
              <a:rPr lang="ko-KR" altLang="en-US" smtClean="0"/>
              <a:t>2026-03-28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0AA911A-355E-4F08-9FC9-2F84AB0B45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B153482-E5BC-45FA-8A7A-E7C2F6B70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53F18-258A-49C6-8BD4-DBB6B7A153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43876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2F2B93-45A0-4247-98D1-0A12BD5928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C0D4746-3990-41C3-9F70-73AA2E7691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5A44530-BDC4-401A-9123-43AD05E088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1F0C64A-484A-44E8-B374-F45BA84E8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F3CC6-F86E-45E7-A0E6-9968FF29A2C2}" type="datetimeFigureOut">
              <a:rPr lang="ko-KR" altLang="en-US" smtClean="0"/>
              <a:t>2026-03-28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F301166-4529-4B0D-AD95-714467CAC7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96AE142-62DA-4DCD-9688-B2162CD60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53F18-258A-49C6-8BD4-DBB6B7A153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16826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3B18C9-F4AA-40FD-877B-6E99F02CE6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B707D8F-8EBD-4E25-AEA1-D2FAE5C18E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466C4F4-6817-468B-89FF-DF3ADB48F1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0CD1F3B-3D7F-4A11-A9C6-72F314745D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F3CC6-F86E-45E7-A0E6-9968FF29A2C2}" type="datetimeFigureOut">
              <a:rPr lang="ko-KR" altLang="en-US" smtClean="0"/>
              <a:t>2026-03-28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A461842-9D66-489C-9C6B-CE400A91D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8287D68-EB04-4FC7-B7DF-5B937508C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53F18-258A-49C6-8BD4-DBB6B7A153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22830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23C165-85A3-421B-8435-32A77D4DC8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275F3DE-B6CF-472D-82AA-A7954CC411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168102E-2D0E-4894-86CC-EC3C380ED6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F3CC6-F86E-45E7-A0E6-9968FF29A2C2}" type="datetimeFigureOut">
              <a:rPr lang="ko-KR" altLang="en-US" smtClean="0"/>
              <a:t>2026-03-28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27D5FF4-467B-449D-B01E-5FD347D0A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C2AF66E-F3DD-453C-9381-36025CDD8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53F18-258A-49C6-8BD4-DBB6B7A153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11705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9933974-403C-49EC-B40E-D1998ED110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EB0EACA-9348-4299-BD08-B88A2F7209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808C267-61A3-4FB1-BDD3-D20443D876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F3CC6-F86E-45E7-A0E6-9968FF29A2C2}" type="datetimeFigureOut">
              <a:rPr lang="ko-KR" altLang="en-US" smtClean="0"/>
              <a:t>2026-03-28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7F7938C-ED00-47F2-9D0C-9C1D344CCF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1E428FF-A5BD-4731-B929-37ABB593F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53F18-258A-49C6-8BD4-DBB6B7A153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83027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B6F5488-FC16-451F-B170-80586FEF53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F6B69A5-021D-40F9-B5FE-CF26FE4032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E073F01-1A9B-4A2E-92C9-F20405A027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0F3CC6-F86E-45E7-A0E6-9968FF29A2C2}" type="datetimeFigureOut">
              <a:rPr lang="ko-KR" altLang="en-US" smtClean="0"/>
              <a:t>2026-03-28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B923A3F-4C39-4CD5-A980-7AF3934ACA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E553841-C6F5-47E8-89AA-7F960DBFAB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253F18-258A-49C6-8BD4-DBB6B7A153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36605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4505D0-8683-4F23-9121-AFD0E1B8599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2</a:t>
            </a:r>
            <a:r>
              <a:rPr lang="ko-KR" altLang="en-US" dirty="0"/>
              <a:t>층 복도 기획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42F40D0-6A6F-4320-B8CB-517F54AEE4D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/>
              <a:t>작성자 </a:t>
            </a:r>
            <a:r>
              <a:rPr lang="en-US" altLang="ko-KR" dirty="0"/>
              <a:t>:</a:t>
            </a:r>
            <a:r>
              <a:rPr lang="ko-KR" altLang="en-US" dirty="0"/>
              <a:t> 김기석</a:t>
            </a:r>
          </a:p>
        </p:txBody>
      </p:sp>
    </p:spTree>
    <p:extLst>
      <p:ext uri="{BB962C8B-B14F-4D97-AF65-F5344CB8AC3E}">
        <p14:creationId xmlns:p14="http://schemas.microsoft.com/office/powerpoint/2010/main" val="4414043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A2F413-FD98-4EEE-83B6-718B31F56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</a:t>
            </a:r>
            <a:r>
              <a:rPr lang="ko-KR" altLang="en-US" dirty="0"/>
              <a:t>층 방 구조</a:t>
            </a:r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9E63589D-5B46-4C83-8A38-694E43146C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1" y="1900991"/>
            <a:ext cx="6428874" cy="407108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553CDC2-C38A-475C-A71D-1B19781E7F60}"/>
              </a:ext>
            </a:extLst>
          </p:cNvPr>
          <p:cNvSpPr txBox="1"/>
          <p:nvPr/>
        </p:nvSpPr>
        <p:spPr>
          <a:xfrm>
            <a:off x="7760368" y="2009274"/>
            <a:ext cx="392229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동선 </a:t>
            </a:r>
            <a:endParaRPr lang="en-US" altLang="ko-KR" dirty="0"/>
          </a:p>
          <a:p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공부방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아이 방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아내 방 </a:t>
            </a:r>
            <a:r>
              <a:rPr lang="en-US" altLang="ko-KR" dirty="0"/>
              <a:t>+</a:t>
            </a:r>
            <a:r>
              <a:rPr lang="ko-KR" altLang="en-US" dirty="0"/>
              <a:t> 옷 방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안방</a:t>
            </a:r>
          </a:p>
        </p:txBody>
      </p:sp>
    </p:spTree>
    <p:extLst>
      <p:ext uri="{BB962C8B-B14F-4D97-AF65-F5344CB8AC3E}">
        <p14:creationId xmlns:p14="http://schemas.microsoft.com/office/powerpoint/2010/main" val="40413197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A2F413-FD98-4EEE-83B6-718B31F56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</a:t>
            </a:r>
            <a:r>
              <a:rPr lang="ko-KR" altLang="en-US" dirty="0"/>
              <a:t>층 방 구조</a:t>
            </a:r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9E63589D-5B46-4C83-8A38-694E43146C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1" y="1900991"/>
            <a:ext cx="6428874" cy="407108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553CDC2-C38A-475C-A71D-1B19781E7F60}"/>
              </a:ext>
            </a:extLst>
          </p:cNvPr>
          <p:cNvSpPr txBox="1"/>
          <p:nvPr/>
        </p:nvSpPr>
        <p:spPr>
          <a:xfrm>
            <a:off x="7026441" y="2448069"/>
            <a:ext cx="486075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필요 씬 </a:t>
            </a:r>
            <a:endParaRPr lang="en-US" altLang="ko-KR" dirty="0"/>
          </a:p>
          <a:p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오른쪽 복도 </a:t>
            </a:r>
            <a:r>
              <a:rPr lang="en-US" altLang="ko-KR" dirty="0"/>
              <a:t>+ </a:t>
            </a:r>
            <a:r>
              <a:rPr lang="ko-KR" altLang="en-US" dirty="0"/>
              <a:t>오른쪽 복도 돌아오는 방향</a:t>
            </a:r>
            <a:endParaRPr lang="en-US" altLang="ko-KR" dirty="0"/>
          </a:p>
          <a:p>
            <a:pPr marL="285750" indent="-285750">
              <a:buFontTx/>
              <a:buChar char="-"/>
            </a:pP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왼쪽 복도 </a:t>
            </a:r>
            <a:r>
              <a:rPr lang="en-US" altLang="ko-KR" dirty="0"/>
              <a:t>+ </a:t>
            </a:r>
            <a:r>
              <a:rPr lang="ko-KR" altLang="en-US" dirty="0"/>
              <a:t>왼쪽 복도 돌아오는 방향</a:t>
            </a:r>
            <a:endParaRPr lang="en-US" altLang="ko-KR" dirty="0"/>
          </a:p>
          <a:p>
            <a:pPr marL="285750" indent="-285750">
              <a:buFontTx/>
              <a:buChar char="-"/>
            </a:pP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en-US" altLang="ko-KR" dirty="0"/>
              <a:t>2</a:t>
            </a:r>
            <a:r>
              <a:rPr lang="ko-KR" altLang="en-US" dirty="0"/>
              <a:t>층 </a:t>
            </a:r>
            <a:r>
              <a:rPr lang="ko-KR" altLang="en-US" dirty="0" err="1"/>
              <a:t>중항</a:t>
            </a:r>
            <a:r>
              <a:rPr lang="ko-KR" altLang="en-US" dirty="0"/>
              <a:t> 홀</a:t>
            </a:r>
            <a:endParaRPr lang="en-US" altLang="ko-KR" dirty="0"/>
          </a:p>
          <a:p>
            <a:pPr marL="285750" indent="-285750">
              <a:buFontTx/>
              <a:buChar char="-"/>
            </a:pP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모든 방 씬 </a:t>
            </a:r>
            <a:r>
              <a:rPr lang="en-US" altLang="ko-KR" dirty="0"/>
              <a:t>+ </a:t>
            </a:r>
            <a:r>
              <a:rPr lang="ko-KR" altLang="en-US" dirty="0"/>
              <a:t>옷 방 </a:t>
            </a:r>
            <a:r>
              <a:rPr lang="ko-KR" altLang="en-US" dirty="0" err="1"/>
              <a:t>씬은</a:t>
            </a:r>
            <a:r>
              <a:rPr lang="ko-KR" altLang="en-US" dirty="0"/>
              <a:t> 따로</a:t>
            </a:r>
            <a:endParaRPr lang="en-US" altLang="ko-KR" dirty="0"/>
          </a:p>
          <a:p>
            <a:r>
              <a:rPr lang="en-US" altLang="ko-KR" dirty="0"/>
              <a:t>-&gt; </a:t>
            </a:r>
            <a:r>
              <a:rPr lang="ko-KR" altLang="en-US" dirty="0"/>
              <a:t>방의 입구 씬 </a:t>
            </a:r>
            <a:endParaRPr lang="en-US" altLang="ko-KR" dirty="0"/>
          </a:p>
          <a:p>
            <a:pPr marL="285750" indent="-285750">
              <a:buFontTx/>
              <a:buChar char="-"/>
            </a:pPr>
            <a:endParaRPr lang="en-US" altLang="ko-KR" dirty="0"/>
          </a:p>
          <a:p>
            <a:pPr marL="285750" indent="-285750">
              <a:buFontTx/>
              <a:buChar char="-"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5227174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A2F413-FD98-4EEE-83B6-718B31F56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</a:t>
            </a:r>
            <a:r>
              <a:rPr lang="ko-KR" altLang="en-US" dirty="0"/>
              <a:t>층 방 컨셉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53CDC2-C38A-475C-A71D-1B19781E7F60}"/>
              </a:ext>
            </a:extLst>
          </p:cNvPr>
          <p:cNvSpPr txBox="1"/>
          <p:nvPr/>
        </p:nvSpPr>
        <p:spPr>
          <a:xfrm>
            <a:off x="7026441" y="2448069"/>
            <a:ext cx="48607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endParaRPr lang="en-US" altLang="ko-KR" dirty="0"/>
          </a:p>
          <a:p>
            <a:pPr marL="285750" indent="-285750">
              <a:buFontTx/>
              <a:buChar char="-"/>
            </a:pPr>
            <a:endParaRPr lang="en-US" altLang="ko-KR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C49F5E1-7311-4C24-8B57-49DB3F5D5E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1</a:t>
            </a:r>
            <a:r>
              <a:rPr lang="ko-KR" altLang="en-US" dirty="0"/>
              <a:t>층의 컨셉은 저택 주인의 개인적인 공간이긴 했지만 조금 더 손님을 받고 일을 하거나 하는 공간임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하지만 </a:t>
            </a:r>
            <a:r>
              <a:rPr lang="en-US" altLang="ko-KR" dirty="0"/>
              <a:t>2</a:t>
            </a:r>
            <a:r>
              <a:rPr lang="ko-KR" altLang="en-US" dirty="0"/>
              <a:t>층은 조금 더 개인적인 공간으로 기독교 집인 만큼 </a:t>
            </a:r>
            <a:r>
              <a:rPr lang="en-US" altLang="ko-KR" dirty="0"/>
              <a:t>2</a:t>
            </a:r>
            <a:r>
              <a:rPr lang="ko-KR" altLang="en-US" dirty="0"/>
              <a:t>층 중앙 홀에 거대한 십자가가 있거나 예수 동상이 있는 것과 같이 나왔으면 함</a:t>
            </a:r>
          </a:p>
        </p:txBody>
      </p:sp>
    </p:spTree>
    <p:extLst>
      <p:ext uri="{BB962C8B-B14F-4D97-AF65-F5344CB8AC3E}">
        <p14:creationId xmlns:p14="http://schemas.microsoft.com/office/powerpoint/2010/main" val="7659481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A2F413-FD98-4EEE-83B6-718B31F56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</a:t>
            </a:r>
            <a:r>
              <a:rPr lang="ko-KR" altLang="en-US" dirty="0"/>
              <a:t>층 메인 홀 컨셉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53CDC2-C38A-475C-A71D-1B19781E7F60}"/>
              </a:ext>
            </a:extLst>
          </p:cNvPr>
          <p:cNvSpPr txBox="1"/>
          <p:nvPr/>
        </p:nvSpPr>
        <p:spPr>
          <a:xfrm>
            <a:off x="7026441" y="2448069"/>
            <a:ext cx="48607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endParaRPr lang="en-US" altLang="ko-KR" dirty="0"/>
          </a:p>
          <a:p>
            <a:pPr marL="285750" indent="-285750">
              <a:buFontTx/>
              <a:buChar char="-"/>
            </a:pPr>
            <a:endParaRPr lang="en-US" altLang="ko-KR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C49F5E1-7311-4C24-8B57-49DB3F5D5E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049000" cy="46672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dirty="0"/>
              <a:t>하지만 </a:t>
            </a:r>
            <a:r>
              <a:rPr lang="en-US" altLang="ko-KR" dirty="0"/>
              <a:t>2</a:t>
            </a:r>
            <a:r>
              <a:rPr lang="ko-KR" altLang="en-US" dirty="0"/>
              <a:t>층은 조금 더 개인적인 공간으로 기독교 집인 만큼 </a:t>
            </a:r>
            <a:r>
              <a:rPr lang="en-US" altLang="ko-KR" dirty="0"/>
              <a:t>2</a:t>
            </a:r>
            <a:r>
              <a:rPr lang="ko-KR" altLang="en-US" dirty="0"/>
              <a:t>층 중앙 홀에 거대한 십자가가 있거나 예수 동상이 있는 것과 같이 나왔으면 함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[2</a:t>
            </a:r>
            <a:r>
              <a:rPr lang="ko-KR" altLang="en-US" dirty="0"/>
              <a:t>층 컨셉 이미지</a:t>
            </a:r>
            <a:r>
              <a:rPr lang="en-US" altLang="ko-KR" dirty="0"/>
              <a:t>]</a:t>
            </a:r>
          </a:p>
          <a:p>
            <a:pPr marL="0" indent="0">
              <a:buNone/>
            </a:pPr>
            <a:r>
              <a:rPr lang="en-US" altLang="ko-KR" dirty="0"/>
              <a:t>				    </a:t>
            </a:r>
            <a:r>
              <a:rPr lang="ko-KR" altLang="en-US" sz="2400" dirty="0"/>
              <a:t>수정사항 </a:t>
            </a:r>
            <a:endParaRPr lang="en-US" altLang="ko-KR" sz="2400" dirty="0"/>
          </a:p>
          <a:p>
            <a:pPr marL="0" indent="0">
              <a:buNone/>
            </a:pPr>
            <a:r>
              <a:rPr lang="en-US" altLang="ko-KR" sz="2400" dirty="0"/>
              <a:t>				     - </a:t>
            </a:r>
            <a:r>
              <a:rPr lang="ko-KR" altLang="en-US" sz="2400" dirty="0"/>
              <a:t>오른쪽과 왼쪽에 복도가 있기 때문에 </a:t>
            </a:r>
            <a:r>
              <a:rPr lang="en-US" altLang="ko-KR" sz="2400" dirty="0"/>
              <a:t>						</a:t>
            </a:r>
            <a:r>
              <a:rPr lang="ko-KR" altLang="en-US" sz="2400" dirty="0"/>
              <a:t>뻥 뚫리게 만들었음 함</a:t>
            </a:r>
            <a:endParaRPr lang="en-US" altLang="ko-KR" sz="2400" dirty="0"/>
          </a:p>
          <a:p>
            <a:pPr marL="0" indent="0">
              <a:buNone/>
            </a:pPr>
            <a:r>
              <a:rPr lang="en-US" altLang="ko-KR" sz="2400" dirty="0"/>
              <a:t>					-&gt; </a:t>
            </a:r>
            <a:r>
              <a:rPr lang="ko-KR" altLang="en-US" sz="2400" dirty="0"/>
              <a:t>복도로 가는 통로가 있으므로 그걸 더 </a:t>
            </a:r>
            <a:endParaRPr lang="en-US" altLang="ko-KR" sz="2400" dirty="0"/>
          </a:p>
          <a:p>
            <a:pPr marL="0" indent="0">
              <a:buNone/>
            </a:pPr>
            <a:r>
              <a:rPr lang="en-US" altLang="ko-KR" sz="2400" dirty="0"/>
              <a:t>					</a:t>
            </a:r>
            <a:r>
              <a:rPr lang="ko-KR" altLang="en-US" sz="2400" dirty="0"/>
              <a:t>만들었음 함</a:t>
            </a:r>
            <a:r>
              <a:rPr lang="en-US" altLang="ko-KR" sz="2400" dirty="0"/>
              <a:t>(</a:t>
            </a:r>
            <a:r>
              <a:rPr lang="ko-KR" altLang="en-US" sz="2400" dirty="0"/>
              <a:t>예수 상 뒤의 배경은 벽</a:t>
            </a:r>
            <a:r>
              <a:rPr lang="en-US" altLang="ko-KR" sz="2400" dirty="0"/>
              <a:t>)</a:t>
            </a:r>
            <a:endParaRPr lang="ko-KR" altLang="en-US" sz="24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C3E6E25-AC9A-441E-ABEB-B3D3D1A6C6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421" y="4271616"/>
            <a:ext cx="3887203" cy="2221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78104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A2F413-FD98-4EEE-83B6-718B31F56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</a:t>
            </a:r>
            <a:r>
              <a:rPr lang="ko-KR" altLang="en-US" dirty="0"/>
              <a:t>층 왼쪽 복도 컨셉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53CDC2-C38A-475C-A71D-1B19781E7F60}"/>
              </a:ext>
            </a:extLst>
          </p:cNvPr>
          <p:cNvSpPr txBox="1"/>
          <p:nvPr/>
        </p:nvSpPr>
        <p:spPr>
          <a:xfrm>
            <a:off x="7026441" y="2448069"/>
            <a:ext cx="48607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endParaRPr lang="en-US" altLang="ko-KR" dirty="0"/>
          </a:p>
          <a:p>
            <a:pPr marL="285750" indent="-285750">
              <a:buFontTx/>
              <a:buChar char="-"/>
            </a:pPr>
            <a:endParaRPr lang="en-US" altLang="ko-KR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C49F5E1-7311-4C24-8B57-49DB3F5D5E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049000" cy="466725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ko-KR" altLang="en-US" dirty="0"/>
              <a:t> </a:t>
            </a:r>
            <a:r>
              <a:rPr lang="en-US" altLang="ko-KR" dirty="0"/>
              <a:t>[2</a:t>
            </a:r>
            <a:r>
              <a:rPr lang="ko-KR" altLang="en-US" dirty="0"/>
              <a:t>층 컨셉 이미지</a:t>
            </a:r>
            <a:r>
              <a:rPr lang="en-US" altLang="ko-KR" dirty="0"/>
              <a:t>]</a:t>
            </a:r>
          </a:p>
          <a:p>
            <a:pPr marL="0" indent="0">
              <a:buNone/>
            </a:pPr>
            <a:r>
              <a:rPr lang="en-US" altLang="ko-KR" dirty="0"/>
              <a:t>				    </a:t>
            </a:r>
            <a:r>
              <a:rPr lang="ko-KR" altLang="en-US" sz="1800" dirty="0"/>
              <a:t>수정사항 </a:t>
            </a:r>
            <a:endParaRPr lang="en-US" altLang="ko-KR" sz="1800" dirty="0"/>
          </a:p>
          <a:p>
            <a:pPr marL="0" indent="0">
              <a:buNone/>
            </a:pPr>
            <a:r>
              <a:rPr lang="en-US" altLang="ko-KR" sz="1800" dirty="0"/>
              <a:t>				     - </a:t>
            </a:r>
            <a:r>
              <a:rPr lang="ko-KR" altLang="en-US" sz="1800" dirty="0"/>
              <a:t>오른쪽의 천지 창조는 그대로 하지만 </a:t>
            </a:r>
            <a:r>
              <a:rPr lang="en-US" altLang="ko-KR" sz="1800" dirty="0"/>
              <a:t>ai</a:t>
            </a:r>
            <a:r>
              <a:rPr lang="ko-KR" altLang="en-US" sz="1800" dirty="0"/>
              <a:t>오류로 </a:t>
            </a:r>
            <a:endParaRPr lang="en-US" altLang="ko-KR" sz="1800" dirty="0"/>
          </a:p>
          <a:p>
            <a:pPr marL="0" indent="0">
              <a:buNone/>
            </a:pPr>
            <a:r>
              <a:rPr lang="en-US" altLang="ko-KR" sz="1800" dirty="0"/>
              <a:t>					</a:t>
            </a:r>
            <a:r>
              <a:rPr lang="ko-KR" altLang="en-US" sz="1800" dirty="0"/>
              <a:t>그대로 있는 원래 액자의 그림 삭제 </a:t>
            </a:r>
            <a:endParaRPr lang="en-US" altLang="ko-KR" sz="1800" dirty="0"/>
          </a:p>
          <a:p>
            <a:pPr marL="0" indent="0">
              <a:buNone/>
            </a:pPr>
            <a:r>
              <a:rPr lang="en-US" altLang="ko-KR" sz="1800" dirty="0"/>
              <a:t>				     </a:t>
            </a:r>
          </a:p>
          <a:p>
            <a:pPr marL="0" indent="0">
              <a:buNone/>
            </a:pPr>
            <a:r>
              <a:rPr lang="en-US" altLang="ko-KR" sz="1800" dirty="0"/>
              <a:t>				     - </a:t>
            </a:r>
            <a:r>
              <a:rPr lang="ko-KR" altLang="en-US" sz="1800" dirty="0"/>
              <a:t>왼쪽의 진열장을 </a:t>
            </a:r>
            <a:r>
              <a:rPr lang="en-US" altLang="ko-KR" sz="1800" dirty="0"/>
              <a:t>3</a:t>
            </a:r>
            <a:r>
              <a:rPr lang="ko-KR" altLang="en-US" sz="1800" dirty="0"/>
              <a:t>개로 만들기</a:t>
            </a:r>
            <a:endParaRPr lang="en-US" altLang="ko-KR" sz="1800" dirty="0"/>
          </a:p>
          <a:p>
            <a:pPr marL="0" indent="0">
              <a:buNone/>
            </a:pPr>
            <a:r>
              <a:rPr lang="en-US" altLang="ko-KR" sz="1800" dirty="0"/>
              <a:t>				</a:t>
            </a:r>
          </a:p>
          <a:p>
            <a:pPr marL="0" indent="0">
              <a:buNone/>
            </a:pPr>
            <a:r>
              <a:rPr lang="en-US" altLang="ko-KR" sz="1800" dirty="0"/>
              <a:t>				     -</a:t>
            </a:r>
            <a:r>
              <a:rPr lang="ko-KR" altLang="en-US" sz="1800" dirty="0"/>
              <a:t>전부 레이어 때서 따로 만들기 </a:t>
            </a:r>
            <a:r>
              <a:rPr lang="en-US" altLang="ko-KR" sz="1800" dirty="0"/>
              <a:t>(</a:t>
            </a:r>
            <a:r>
              <a:rPr lang="ko-KR" altLang="en-US" sz="1800" dirty="0" err="1"/>
              <a:t>에셋으로</a:t>
            </a:r>
            <a:r>
              <a:rPr lang="ko-KR" altLang="en-US" sz="1800" dirty="0"/>
              <a:t> 만들 것 임</a:t>
            </a:r>
            <a:r>
              <a:rPr lang="en-US" altLang="ko-KR" sz="1800" dirty="0"/>
              <a:t>)</a:t>
            </a:r>
          </a:p>
          <a:p>
            <a:pPr marL="0" indent="0">
              <a:buNone/>
            </a:pPr>
            <a:r>
              <a:rPr lang="en-US" altLang="ko-KR" sz="1800" dirty="0"/>
              <a:t>					</a:t>
            </a:r>
          </a:p>
          <a:p>
            <a:pPr marL="0" indent="0">
              <a:buNone/>
            </a:pPr>
            <a:r>
              <a:rPr lang="en-US" altLang="ko-KR" sz="1800" dirty="0"/>
              <a:t>				     -</a:t>
            </a:r>
            <a:r>
              <a:rPr lang="ko-KR" altLang="en-US" sz="1800" dirty="0"/>
              <a:t>현재 천지 창조의 손이 너무 크므로 </a:t>
            </a:r>
            <a:r>
              <a:rPr lang="ko-KR" altLang="en-US" sz="1800" dirty="0" err="1"/>
              <a:t>리터칭</a:t>
            </a:r>
            <a:endParaRPr lang="en-US" altLang="ko-KR" sz="1800" dirty="0"/>
          </a:p>
          <a:p>
            <a:pPr marL="0" indent="0">
              <a:buNone/>
            </a:pPr>
            <a:r>
              <a:rPr lang="en-US" altLang="ko-KR" sz="1800" dirty="0"/>
              <a:t>				</a:t>
            </a:r>
          </a:p>
          <a:p>
            <a:pPr marL="0" indent="0">
              <a:buNone/>
            </a:pPr>
            <a:r>
              <a:rPr lang="en-US" altLang="ko-KR" sz="1800" dirty="0"/>
              <a:t>				     -</a:t>
            </a:r>
            <a:r>
              <a:rPr lang="ko-KR" altLang="en-US" sz="1800" dirty="0"/>
              <a:t>오른쪽 아래 제미나이 마크 삭제</a:t>
            </a:r>
            <a:endParaRPr lang="en-US" altLang="ko-KR" sz="1800" dirty="0"/>
          </a:p>
          <a:p>
            <a:pPr marL="0" indent="0">
              <a:buNone/>
            </a:pPr>
            <a:r>
              <a:rPr lang="en-US" altLang="ko-KR" sz="1800" dirty="0"/>
              <a:t>				   </a:t>
            </a:r>
          </a:p>
          <a:p>
            <a:pPr marL="0" indent="0">
              <a:buNone/>
            </a:pPr>
            <a:r>
              <a:rPr lang="en-US" altLang="ko-KR" sz="1800" dirty="0"/>
              <a:t>				     - </a:t>
            </a:r>
            <a:r>
              <a:rPr lang="ko-KR" altLang="en-US" sz="1800" dirty="0"/>
              <a:t>돌아오는 방향 만들기</a:t>
            </a:r>
            <a:endParaRPr lang="en-US" altLang="ko-KR" sz="1800" dirty="0"/>
          </a:p>
          <a:p>
            <a:pPr marL="0" indent="0">
              <a:buNone/>
            </a:pPr>
            <a:endParaRPr lang="en-US" altLang="ko-KR" sz="1800" dirty="0"/>
          </a:p>
          <a:p>
            <a:pPr marL="0" indent="0">
              <a:buNone/>
            </a:pPr>
            <a:r>
              <a:rPr lang="en-US" altLang="ko-KR" sz="1800" dirty="0"/>
              <a:t>				     -</a:t>
            </a:r>
            <a:r>
              <a:rPr lang="ko-KR" altLang="en-US" sz="1800" dirty="0" err="1"/>
              <a:t>엑자</a:t>
            </a:r>
            <a:r>
              <a:rPr lang="ko-KR" altLang="en-US" sz="1800" dirty="0"/>
              <a:t> 붉은색 박스 위치로 밀기</a:t>
            </a:r>
            <a:endParaRPr lang="en-US" altLang="ko-KR" sz="18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26426B1-8A71-48FD-82B9-3DC54FB9CF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356" y="2586790"/>
            <a:ext cx="4253162" cy="2430378"/>
          </a:xfrm>
          <a:prstGeom prst="rect">
            <a:avLst/>
          </a:prstGeom>
        </p:spPr>
      </p:pic>
      <p:sp>
        <p:nvSpPr>
          <p:cNvPr id="3" name="액자 2">
            <a:extLst>
              <a:ext uri="{FF2B5EF4-FFF2-40B4-BE49-F238E27FC236}">
                <a16:creationId xmlns:a16="http://schemas.microsoft.com/office/drawing/2014/main" id="{34F8D2E7-E132-4CC0-BAB4-4FBE64CFF331}"/>
              </a:ext>
            </a:extLst>
          </p:cNvPr>
          <p:cNvSpPr/>
          <p:nvPr/>
        </p:nvSpPr>
        <p:spPr>
          <a:xfrm>
            <a:off x="2838616" y="3562184"/>
            <a:ext cx="389614" cy="437322"/>
          </a:xfrm>
          <a:prstGeom prst="fram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93219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A2F413-FD98-4EEE-83B6-718B31F56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</a:t>
            </a:r>
            <a:r>
              <a:rPr lang="ko-KR" altLang="en-US" dirty="0"/>
              <a:t>층 왼쪽 복도 컨셉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53CDC2-C38A-475C-A71D-1B19781E7F60}"/>
              </a:ext>
            </a:extLst>
          </p:cNvPr>
          <p:cNvSpPr txBox="1"/>
          <p:nvPr/>
        </p:nvSpPr>
        <p:spPr>
          <a:xfrm>
            <a:off x="7026441" y="2448069"/>
            <a:ext cx="48607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endParaRPr lang="en-US" altLang="ko-KR" dirty="0"/>
          </a:p>
          <a:p>
            <a:pPr marL="285750" indent="-285750">
              <a:buFontTx/>
              <a:buChar char="-"/>
            </a:pPr>
            <a:endParaRPr lang="en-US" altLang="ko-KR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C49F5E1-7311-4C24-8B57-49DB3F5D5E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2041888"/>
            <a:ext cx="8663739" cy="1052512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ko-KR" altLang="en-US" sz="5600" dirty="0"/>
              <a:t> </a:t>
            </a:r>
            <a:r>
              <a:rPr lang="en-US" altLang="ko-KR" sz="5600" dirty="0"/>
              <a:t>[2</a:t>
            </a:r>
            <a:r>
              <a:rPr lang="ko-KR" altLang="en-US" sz="5600" dirty="0"/>
              <a:t>층 컨셉 이미지</a:t>
            </a:r>
            <a:r>
              <a:rPr lang="en-US" altLang="ko-KR" sz="5600" dirty="0"/>
              <a:t>]</a:t>
            </a:r>
          </a:p>
          <a:p>
            <a:pPr marL="0" indent="0">
              <a:buNone/>
            </a:pPr>
            <a:r>
              <a:rPr lang="en-US" altLang="ko-KR" dirty="0"/>
              <a:t>				</a:t>
            </a:r>
            <a:endParaRPr lang="en-US" altLang="ko-KR" sz="1800" dirty="0"/>
          </a:p>
          <a:p>
            <a:pPr marL="0" indent="0">
              <a:buNone/>
            </a:pPr>
            <a:r>
              <a:rPr lang="en-US" altLang="ko-KR" sz="1800" dirty="0"/>
              <a:t>				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26426B1-8A71-48FD-82B9-3DC54FB9CF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356" y="2586790"/>
            <a:ext cx="4253162" cy="243037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41A5C8D-9F09-427A-A178-AC4114937BFA}"/>
              </a:ext>
            </a:extLst>
          </p:cNvPr>
          <p:cNvSpPr txBox="1"/>
          <p:nvPr/>
        </p:nvSpPr>
        <p:spPr>
          <a:xfrm>
            <a:off x="5478378" y="2586790"/>
            <a:ext cx="558967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- </a:t>
            </a:r>
            <a:r>
              <a:rPr lang="ko-KR" altLang="en-US" dirty="0"/>
              <a:t>기능 추가</a:t>
            </a:r>
            <a:endParaRPr lang="en-US" altLang="ko-KR" dirty="0"/>
          </a:p>
          <a:p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진열장 하나하나마다 버튼 넣어서 패널 띄우기</a:t>
            </a:r>
            <a:endParaRPr lang="en-US" altLang="ko-KR" dirty="0"/>
          </a:p>
          <a:p>
            <a:r>
              <a:rPr lang="en-US" altLang="ko-KR" dirty="0"/>
              <a:t>-</a:t>
            </a:r>
            <a:r>
              <a:rPr lang="ko-KR" altLang="en-US" dirty="0"/>
              <a:t>진열장 눌렀을 때 패널 백그라운드 이미지는 다음 페이지 참고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2. </a:t>
            </a:r>
            <a:r>
              <a:rPr lang="ko-KR" altLang="en-US" dirty="0"/>
              <a:t>천지 창조에 대사 넣을 예정이므로 클릭처리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3. </a:t>
            </a:r>
            <a:r>
              <a:rPr lang="ko-KR" altLang="en-US" dirty="0"/>
              <a:t>중앙 홀로 돌아가는 백스페이스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3302065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A2F413-FD98-4EEE-83B6-718B31F56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</a:t>
            </a:r>
            <a:r>
              <a:rPr lang="ko-KR" altLang="en-US" dirty="0"/>
              <a:t>층 왼쪽 이미지 복도 컨셉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53CDC2-C38A-475C-A71D-1B19781E7F60}"/>
              </a:ext>
            </a:extLst>
          </p:cNvPr>
          <p:cNvSpPr txBox="1"/>
          <p:nvPr/>
        </p:nvSpPr>
        <p:spPr>
          <a:xfrm>
            <a:off x="7026441" y="2448069"/>
            <a:ext cx="48607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endParaRPr lang="en-US" altLang="ko-KR" dirty="0"/>
          </a:p>
          <a:p>
            <a:pPr marL="285750" indent="-285750">
              <a:buFontTx/>
              <a:buChar char="-"/>
            </a:pPr>
            <a:endParaRPr lang="en-US" altLang="ko-KR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C49F5E1-7311-4C24-8B57-49DB3F5D5E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049000" cy="46672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dirty="0"/>
              <a:t> </a:t>
            </a:r>
            <a:r>
              <a:rPr lang="en-US" altLang="ko-KR" dirty="0"/>
              <a:t>[</a:t>
            </a:r>
            <a:r>
              <a:rPr lang="ko-KR" altLang="en-US" dirty="0"/>
              <a:t>진열장 눌렀을 때 컨셉 이미지</a:t>
            </a:r>
            <a:r>
              <a:rPr lang="en-US" altLang="ko-KR" dirty="0"/>
              <a:t>]</a:t>
            </a:r>
          </a:p>
          <a:p>
            <a:pPr marL="0" indent="0">
              <a:buNone/>
            </a:pPr>
            <a:r>
              <a:rPr lang="en-US" altLang="ko-KR" dirty="0"/>
              <a:t>				    </a:t>
            </a:r>
            <a:r>
              <a:rPr lang="ko-KR" altLang="en-US" sz="1800" dirty="0"/>
              <a:t>수정사항 </a:t>
            </a:r>
            <a:endParaRPr lang="en-US" altLang="ko-KR" sz="1800" dirty="0"/>
          </a:p>
          <a:p>
            <a:pPr marL="0" indent="0">
              <a:buNone/>
            </a:pPr>
            <a:r>
              <a:rPr lang="en-US" altLang="ko-KR" sz="1800" dirty="0"/>
              <a:t>				      -</a:t>
            </a:r>
            <a:r>
              <a:rPr lang="ko-KR" altLang="en-US" sz="1800" dirty="0"/>
              <a:t>조금 더 </a:t>
            </a:r>
            <a:r>
              <a:rPr lang="ko-KR" altLang="en-US" sz="1800" dirty="0" err="1"/>
              <a:t>클로즈</a:t>
            </a:r>
            <a:r>
              <a:rPr lang="ko-KR" altLang="en-US" sz="1800" dirty="0"/>
              <a:t> 업 해서 진열장 안의 내용물이 조금 더 잘 </a:t>
            </a:r>
            <a:r>
              <a:rPr lang="ko-KR" altLang="en-US" sz="1800" dirty="0" err="1"/>
              <a:t>보이도</a:t>
            </a:r>
            <a:endParaRPr lang="en-US" altLang="ko-KR" sz="1800" dirty="0"/>
          </a:p>
          <a:p>
            <a:pPr marL="0" indent="0">
              <a:buNone/>
            </a:pPr>
            <a:r>
              <a:rPr lang="en-US" altLang="ko-KR" sz="1800" dirty="0"/>
              <a:t>				       </a:t>
            </a:r>
            <a:r>
              <a:rPr lang="ko-KR" altLang="en-US" sz="1800" dirty="0"/>
              <a:t>도록</a:t>
            </a:r>
            <a:endParaRPr lang="en-US" altLang="ko-KR" sz="1800" dirty="0"/>
          </a:p>
          <a:p>
            <a:pPr marL="0" indent="0">
              <a:buNone/>
            </a:pPr>
            <a:endParaRPr lang="en-US" altLang="ko-KR" sz="1800" dirty="0"/>
          </a:p>
          <a:p>
            <a:pPr marL="0" indent="0">
              <a:buNone/>
            </a:pPr>
            <a:r>
              <a:rPr lang="en-US" altLang="ko-KR" sz="1800" dirty="0"/>
              <a:t>				     - </a:t>
            </a:r>
            <a:r>
              <a:rPr lang="ko-KR" altLang="en-US" sz="1800" dirty="0"/>
              <a:t>오른쪽 아래 제미나이 마크 제거</a:t>
            </a:r>
            <a:endParaRPr lang="en-US" altLang="ko-KR" sz="18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56A2C18-5777-4EB9-B5F0-E77D221EA9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544" y="2771234"/>
            <a:ext cx="4189997" cy="2394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9193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A2F413-FD98-4EEE-83B6-718B31F56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</a:t>
            </a:r>
            <a:r>
              <a:rPr lang="ko-KR" altLang="en-US" dirty="0"/>
              <a:t>층 왼쪽 이미지 복도 컨셉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53CDC2-C38A-475C-A71D-1B19781E7F60}"/>
              </a:ext>
            </a:extLst>
          </p:cNvPr>
          <p:cNvSpPr txBox="1"/>
          <p:nvPr/>
        </p:nvSpPr>
        <p:spPr>
          <a:xfrm>
            <a:off x="7026441" y="2448069"/>
            <a:ext cx="48607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endParaRPr lang="en-US" altLang="ko-KR" dirty="0"/>
          </a:p>
          <a:p>
            <a:pPr marL="285750" indent="-285750">
              <a:buFontTx/>
              <a:buChar char="-"/>
            </a:pPr>
            <a:endParaRPr lang="en-US" altLang="ko-KR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C49F5E1-7311-4C24-8B57-49DB3F5D5E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1180" y="1975264"/>
            <a:ext cx="6575261" cy="94560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ko-KR" altLang="en-US" dirty="0"/>
              <a:t> </a:t>
            </a:r>
            <a:r>
              <a:rPr lang="en-US" altLang="ko-KR" dirty="0"/>
              <a:t>[</a:t>
            </a:r>
            <a:r>
              <a:rPr lang="ko-KR" altLang="en-US" dirty="0"/>
              <a:t>진열장 눌렀을 때 컨셉 이미지</a:t>
            </a:r>
            <a:r>
              <a:rPr lang="en-US" altLang="ko-KR" dirty="0"/>
              <a:t>]</a:t>
            </a:r>
          </a:p>
          <a:p>
            <a:pPr marL="0" indent="0">
              <a:buNone/>
            </a:pPr>
            <a:r>
              <a:rPr lang="en-US" altLang="ko-KR" dirty="0"/>
              <a:t>		</a:t>
            </a:r>
            <a:endParaRPr lang="en-US" altLang="ko-KR" sz="18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56A2C18-5777-4EB9-B5F0-E77D221EA9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544" y="2771234"/>
            <a:ext cx="4189997" cy="239428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504D18C-A8E4-4977-94D3-39CC0115AF0A}"/>
              </a:ext>
            </a:extLst>
          </p:cNvPr>
          <p:cNvSpPr txBox="1"/>
          <p:nvPr/>
        </p:nvSpPr>
        <p:spPr>
          <a:xfrm>
            <a:off x="5575635" y="3094400"/>
            <a:ext cx="602782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기능 추가</a:t>
            </a:r>
            <a:endParaRPr lang="en-US" altLang="ko-KR" dirty="0"/>
          </a:p>
          <a:p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진열장 눌렀을 때 대사 나오도록 할 것이기 때문에 클릭처리 버튼으로 </a:t>
            </a:r>
            <a:r>
              <a:rPr lang="ko-KR" altLang="en-US" dirty="0" err="1"/>
              <a:t>콜리전</a:t>
            </a:r>
            <a:r>
              <a:rPr lang="ko-KR" altLang="en-US" dirty="0"/>
              <a:t> </a:t>
            </a:r>
            <a:r>
              <a:rPr lang="en-US" altLang="ko-KR" dirty="0"/>
              <a:t>or </a:t>
            </a:r>
            <a:r>
              <a:rPr lang="ko-KR" altLang="en-US" dirty="0"/>
              <a:t>클릭 처리</a:t>
            </a:r>
            <a:endParaRPr lang="en-US" altLang="ko-KR" dirty="0"/>
          </a:p>
          <a:p>
            <a:pPr marL="285750" indent="-285750">
              <a:buFontTx/>
              <a:buChar char="-"/>
            </a:pP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패널을 끄는 백스페이스</a:t>
            </a:r>
          </a:p>
        </p:txBody>
      </p:sp>
    </p:spTree>
    <p:extLst>
      <p:ext uri="{BB962C8B-B14F-4D97-AF65-F5344CB8AC3E}">
        <p14:creationId xmlns:p14="http://schemas.microsoft.com/office/powerpoint/2010/main" val="3627330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A2F413-FD98-4EEE-83B6-718B31F56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</a:t>
            </a:r>
            <a:r>
              <a:rPr lang="ko-KR" altLang="en-US" dirty="0"/>
              <a:t>층 오른쪽 이미지 복도 컨셉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53CDC2-C38A-475C-A71D-1B19781E7F60}"/>
              </a:ext>
            </a:extLst>
          </p:cNvPr>
          <p:cNvSpPr txBox="1"/>
          <p:nvPr/>
        </p:nvSpPr>
        <p:spPr>
          <a:xfrm>
            <a:off x="7026441" y="2448069"/>
            <a:ext cx="48607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endParaRPr lang="en-US" altLang="ko-KR" dirty="0"/>
          </a:p>
          <a:p>
            <a:pPr marL="285750" indent="-285750">
              <a:buFontTx/>
              <a:buChar char="-"/>
            </a:pPr>
            <a:endParaRPr lang="en-US" altLang="ko-KR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C49F5E1-7311-4C24-8B57-49DB3F5D5E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1180" y="1975264"/>
            <a:ext cx="6575261" cy="94560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ko-KR" altLang="en-US" dirty="0"/>
              <a:t> </a:t>
            </a:r>
            <a:r>
              <a:rPr lang="en-US" altLang="ko-KR" dirty="0"/>
              <a:t>[2</a:t>
            </a:r>
            <a:r>
              <a:rPr lang="ko-KR" altLang="en-US" dirty="0"/>
              <a:t>층 오른쪽 복도 컨셉 이미지</a:t>
            </a:r>
            <a:r>
              <a:rPr lang="en-US" altLang="ko-KR" dirty="0"/>
              <a:t>]</a:t>
            </a:r>
          </a:p>
          <a:p>
            <a:pPr marL="0" indent="0">
              <a:buNone/>
            </a:pPr>
            <a:r>
              <a:rPr lang="en-US" altLang="ko-KR" dirty="0"/>
              <a:t>		</a:t>
            </a:r>
            <a:endParaRPr lang="en-US" altLang="ko-KR" sz="1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04D18C-A8E4-4977-94D3-39CC0115AF0A}"/>
              </a:ext>
            </a:extLst>
          </p:cNvPr>
          <p:cNvSpPr txBox="1"/>
          <p:nvPr/>
        </p:nvSpPr>
        <p:spPr>
          <a:xfrm>
            <a:off x="5575635" y="3094400"/>
            <a:ext cx="6027821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수정사항</a:t>
            </a:r>
            <a:endParaRPr lang="en-US" altLang="ko-KR" dirty="0"/>
          </a:p>
          <a:p>
            <a:r>
              <a:rPr lang="en-US" altLang="ko-KR" dirty="0"/>
              <a:t>-</a:t>
            </a:r>
            <a:r>
              <a:rPr lang="ko-KR" altLang="en-US" dirty="0"/>
              <a:t>그림 위의 조명 효과 제거 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-</a:t>
            </a:r>
            <a:r>
              <a:rPr lang="ko-KR" altLang="en-US" dirty="0"/>
              <a:t>최후의 만찬 </a:t>
            </a:r>
            <a:r>
              <a:rPr lang="ko-KR" altLang="en-US" dirty="0" err="1"/>
              <a:t>엑자가</a:t>
            </a:r>
            <a:r>
              <a:rPr lang="ko-KR" altLang="en-US" dirty="0"/>
              <a:t> 너무 가까이 있는 것 같으니 조금 더 멀리 있는 것 처럼 보이게 </a:t>
            </a:r>
            <a:r>
              <a:rPr lang="en-US" altLang="ko-KR" dirty="0"/>
              <a:t>(</a:t>
            </a:r>
            <a:r>
              <a:rPr lang="ko-KR" altLang="en-US" dirty="0"/>
              <a:t>빨간색 사각형까지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r>
              <a:rPr lang="en-US" altLang="ko-KR" dirty="0"/>
              <a:t>-</a:t>
            </a:r>
            <a:r>
              <a:rPr lang="ko-KR" altLang="en-US" dirty="0"/>
              <a:t>가족 사진 액자 </a:t>
            </a:r>
            <a:r>
              <a:rPr lang="ko-KR" altLang="en-US" dirty="0" err="1"/>
              <a:t>리터칭</a:t>
            </a:r>
            <a:r>
              <a:rPr lang="ko-KR" altLang="en-US" dirty="0"/>
              <a:t> 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-</a:t>
            </a:r>
            <a:r>
              <a:rPr lang="ko-KR" altLang="en-US" dirty="0"/>
              <a:t>오른쪽 아래 제미나이 마크 제거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-</a:t>
            </a:r>
            <a:r>
              <a:rPr lang="ko-KR" altLang="en-US" dirty="0"/>
              <a:t>돌아오는 방향 만들기</a:t>
            </a:r>
            <a:endParaRPr lang="en-US" altLang="ko-KR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6829A5FC-42A7-4BB8-8C2C-B84948A25C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516" y="2839928"/>
            <a:ext cx="5196641" cy="2969509"/>
          </a:xfrm>
          <a:prstGeom prst="rect">
            <a:avLst/>
          </a:prstGeom>
        </p:spPr>
      </p:pic>
      <p:sp>
        <p:nvSpPr>
          <p:cNvPr id="9" name="액자 8">
            <a:extLst>
              <a:ext uri="{FF2B5EF4-FFF2-40B4-BE49-F238E27FC236}">
                <a16:creationId xmlns:a16="http://schemas.microsoft.com/office/drawing/2014/main" id="{2665B611-CC69-4031-9DAF-D852297A80DA}"/>
              </a:ext>
            </a:extLst>
          </p:cNvPr>
          <p:cNvSpPr/>
          <p:nvPr/>
        </p:nvSpPr>
        <p:spPr>
          <a:xfrm>
            <a:off x="3012644" y="3833064"/>
            <a:ext cx="548967" cy="491619"/>
          </a:xfrm>
          <a:prstGeom prst="fram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52515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A2F413-FD98-4EEE-83B6-718B31F56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</a:t>
            </a:r>
            <a:r>
              <a:rPr lang="ko-KR" altLang="en-US" dirty="0"/>
              <a:t>층 오른쪽 이미지 복도 컨셉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53CDC2-C38A-475C-A71D-1B19781E7F60}"/>
              </a:ext>
            </a:extLst>
          </p:cNvPr>
          <p:cNvSpPr txBox="1"/>
          <p:nvPr/>
        </p:nvSpPr>
        <p:spPr>
          <a:xfrm>
            <a:off x="7026441" y="2448069"/>
            <a:ext cx="48607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endParaRPr lang="en-US" altLang="ko-KR" dirty="0"/>
          </a:p>
          <a:p>
            <a:pPr marL="285750" indent="-285750">
              <a:buFontTx/>
              <a:buChar char="-"/>
            </a:pPr>
            <a:endParaRPr lang="en-US" altLang="ko-KR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C49F5E1-7311-4C24-8B57-49DB3F5D5E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1180" y="1975264"/>
            <a:ext cx="6575261" cy="94560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ko-KR" altLang="en-US" dirty="0"/>
              <a:t> </a:t>
            </a:r>
            <a:r>
              <a:rPr lang="en-US" altLang="ko-KR" dirty="0"/>
              <a:t>[</a:t>
            </a:r>
            <a:r>
              <a:rPr lang="ko-KR" altLang="en-US" dirty="0"/>
              <a:t>진열장 눌렀을 때 컨셉 이미지</a:t>
            </a:r>
            <a:r>
              <a:rPr lang="en-US" altLang="ko-KR" dirty="0"/>
              <a:t>]</a:t>
            </a:r>
          </a:p>
          <a:p>
            <a:pPr marL="0" indent="0">
              <a:buNone/>
            </a:pPr>
            <a:r>
              <a:rPr lang="en-US" altLang="ko-KR" dirty="0"/>
              <a:t>		</a:t>
            </a:r>
            <a:endParaRPr lang="en-US" altLang="ko-KR" sz="1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04D18C-A8E4-4977-94D3-39CC0115AF0A}"/>
              </a:ext>
            </a:extLst>
          </p:cNvPr>
          <p:cNvSpPr txBox="1"/>
          <p:nvPr/>
        </p:nvSpPr>
        <p:spPr>
          <a:xfrm>
            <a:off x="5467350" y="2964783"/>
            <a:ext cx="602782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기능추가 </a:t>
            </a:r>
            <a:endParaRPr lang="en-US" altLang="ko-KR" dirty="0"/>
          </a:p>
          <a:p>
            <a:r>
              <a:rPr lang="en-US" altLang="ko-KR" dirty="0"/>
              <a:t>-</a:t>
            </a:r>
            <a:r>
              <a:rPr lang="ko-KR" altLang="en-US" dirty="0" err="1"/>
              <a:t>엑자</a:t>
            </a:r>
            <a:r>
              <a:rPr lang="ko-KR" altLang="en-US" dirty="0"/>
              <a:t> 전체 </a:t>
            </a:r>
            <a:r>
              <a:rPr lang="en-US" altLang="ko-KR" dirty="0"/>
              <a:t>(</a:t>
            </a:r>
            <a:r>
              <a:rPr lang="ko-KR" altLang="en-US" dirty="0"/>
              <a:t>결혼 사진</a:t>
            </a:r>
            <a:r>
              <a:rPr lang="en-US" altLang="ko-KR" dirty="0"/>
              <a:t>+ </a:t>
            </a:r>
            <a:r>
              <a:rPr lang="ko-KR" altLang="en-US" dirty="0"/>
              <a:t>최후의 만찬</a:t>
            </a:r>
            <a:r>
              <a:rPr lang="en-US" altLang="ko-KR" dirty="0"/>
              <a:t>)</a:t>
            </a:r>
            <a:r>
              <a:rPr lang="ko-KR" altLang="en-US" dirty="0"/>
              <a:t>클릭 처리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-</a:t>
            </a:r>
            <a:r>
              <a:rPr lang="ko-KR" altLang="en-US" dirty="0"/>
              <a:t> 중앙홀로 돌아가는</a:t>
            </a:r>
            <a:r>
              <a:rPr lang="en-US" altLang="ko-KR" dirty="0"/>
              <a:t> </a:t>
            </a:r>
            <a:r>
              <a:rPr lang="ko-KR" altLang="en-US" dirty="0"/>
              <a:t>백 스페이스</a:t>
            </a:r>
            <a:endParaRPr lang="en-US" altLang="ko-KR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B1D8187-2405-4814-B2FA-6C45EE1DE3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799" y="2771234"/>
            <a:ext cx="4919983" cy="2811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47250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A2F413-FD98-4EEE-83B6-718B31F56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ko-KR" altLang="en-US" dirty="0"/>
              <a:t>방 입구 기획</a:t>
            </a:r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71BB6071-BFFC-43DC-859A-301EA5A5B4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기능 </a:t>
            </a:r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Ex) </a:t>
            </a:r>
            <a:r>
              <a:rPr lang="ko-KR" altLang="en-US" dirty="0"/>
              <a:t>아이 방 입구 </a:t>
            </a:r>
            <a:r>
              <a:rPr lang="en-US" altLang="ko-KR" dirty="0"/>
              <a:t>-&gt; </a:t>
            </a:r>
            <a:r>
              <a:rPr lang="ko-KR" altLang="en-US" dirty="0"/>
              <a:t>돌아가는 홀 씬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-&gt; </a:t>
            </a:r>
            <a:r>
              <a:rPr lang="ko-KR" altLang="en-US" dirty="0"/>
              <a:t>백 스페이스 눌렀을 때 </a:t>
            </a:r>
            <a:r>
              <a:rPr lang="en-US" altLang="ko-KR" dirty="0"/>
              <a:t>==</a:t>
            </a:r>
            <a:r>
              <a:rPr lang="ko-KR" altLang="en-US" dirty="0"/>
              <a:t> 아이 방 입구로 돌아가도록 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== </a:t>
            </a:r>
            <a:r>
              <a:rPr lang="ko-KR" altLang="en-US" dirty="0"/>
              <a:t>요는 방 입구에서 홀로 갔을 때 홀에서 백 스페이스를 눌렀을 경우 홀로 들어갔던 즉 방금까지 유저가 있었던 </a:t>
            </a:r>
            <a:r>
              <a:rPr lang="ko-KR" altLang="en-US" dirty="0" err="1"/>
              <a:t>씬으로</a:t>
            </a:r>
            <a:r>
              <a:rPr lang="ko-KR" altLang="en-US" dirty="0"/>
              <a:t> 가게 하기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0753242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373</Words>
  <Application>Microsoft Office PowerPoint</Application>
  <PresentationFormat>와이드스크린</PresentationFormat>
  <Paragraphs>103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5" baseType="lpstr">
      <vt:lpstr>맑은 고딕</vt:lpstr>
      <vt:lpstr>Arial</vt:lpstr>
      <vt:lpstr>Office 테마</vt:lpstr>
      <vt:lpstr>2층 복도 기획</vt:lpstr>
      <vt:lpstr>2층 방 구조</vt:lpstr>
      <vt:lpstr>2층 방 구조</vt:lpstr>
      <vt:lpstr>2층 방 컨셉 </vt:lpstr>
      <vt:lpstr>2층 메인 홀 컨셉 </vt:lpstr>
      <vt:lpstr>2층 왼쪽 복도 컨셉 </vt:lpstr>
      <vt:lpstr>2층 왼쪽 복도 컨셉 </vt:lpstr>
      <vt:lpstr>2층 왼쪽 이미지 복도 컨셉 </vt:lpstr>
      <vt:lpstr>2층 왼쪽 이미지 복도 컨셉 </vt:lpstr>
      <vt:lpstr>2층 오른쪽 이미지 복도 컨셉 </vt:lpstr>
      <vt:lpstr>2층 오른쪽 이미지 복도 컨셉 </vt:lpstr>
      <vt:lpstr>방 입구 기획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오른쪽 복도(1층) 이미지</dc:title>
  <dc:creator>user</dc:creator>
  <cp:lastModifiedBy>기석 김</cp:lastModifiedBy>
  <cp:revision>9</cp:revision>
  <dcterms:created xsi:type="dcterms:W3CDTF">2025-10-28T11:30:19Z</dcterms:created>
  <dcterms:modified xsi:type="dcterms:W3CDTF">2026-03-28T04:11:41Z</dcterms:modified>
</cp:coreProperties>
</file>