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0" r:id="rId5"/>
    <p:sldId id="262" r:id="rId6"/>
    <p:sldId id="261" r:id="rId7"/>
    <p:sldId id="267" r:id="rId8"/>
    <p:sldId id="263" r:id="rId9"/>
    <p:sldId id="265" r:id="rId10"/>
    <p:sldId id="269" r:id="rId11"/>
    <p:sldId id="271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6923D-2AB6-430A-90A3-F490968E5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028282-2E38-4764-A84A-0E1EE40C5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E298C-D567-46A3-AF23-96047686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64A907-E4D5-4B86-A592-97A61937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0713BB-EE32-4507-BF30-35CE6D18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4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6055A-E998-4343-8D36-E24C0820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104C1-5C0F-429C-9DAC-B9FACDBD2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BC27C-A3D6-433A-9412-323BC0FD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DB432-428D-453F-B3FA-9396CE45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94A0E-B355-4958-A66B-4F81754C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73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25298-5E8E-4FCB-90A7-57B8309AC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00C3C-84B9-4FA0-8872-4B02F85D8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92847-C4D1-4B0A-9BDF-9F50130B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C139D-87EC-4547-B9A1-1BC99417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3695F-DADE-4154-88DC-8129D042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74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A1653-AA1B-43FD-9AE9-9E0BFF5C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59502-2182-4D06-9919-993B1ACEE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AB0ECB-9BFC-4050-90F4-30C0BE66C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1CC7C-6A40-43F8-BB89-CF7D01AE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A055D-C637-47DC-9298-55520FD3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4B6D20-4E96-4D2D-9A46-C9D7E313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17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22F92-A1B9-4305-A671-3307EBBB4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574ED6-305B-4305-A937-31C0192C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30D4B1-6DC3-40FB-83D2-ECE667B3E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CE63EC-398A-4BE8-A60F-B66554080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27D97B-46B5-4DC2-AAFC-15CBCCFBC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15F388-C958-4E39-8521-FF955346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AA132-46DE-42E3-9B70-C9BE42BC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FAA2BA-DE76-4D68-A2E6-8971884C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8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A070F-65A1-4BDA-9D15-37919F0D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603706-D466-4168-878B-3652B625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1F7B01-636D-4AD7-86FA-2061A224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126D3A-F873-41E7-969E-84553192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1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3FFDA8-A8E1-4807-9C04-6851FCFF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DB56AB-E9D2-49B3-8923-288DE6E0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41D1B-B576-48C3-8D49-C1003F62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5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D0F5A-383E-4692-975C-8020515E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D69C3-81CC-482D-A49C-139975E55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4A9D1C-13D5-4876-89E2-4FA0D03E2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7C540D-40E4-4912-9406-5F12617C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C6433F-2C1E-49DD-9486-59F0D508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2B9271-C8C2-4911-9407-C42E1CC7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7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A5D4B-C79F-4110-B63B-E43C8D01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EC52D1-0745-48C6-A79D-FD49A3949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AD11BE-E3E0-4150-B151-AE3B4B4A9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D8DB0-DE0E-4517-BD6F-1239D146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93936-9992-4183-A6C2-E4682414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AD2818-B8F8-4E3C-A6B5-D9E8C315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FB82A-75C8-41D8-8098-67E4F76A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062D6E-08F4-4B09-ACE7-3279F4346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E14CFF-5D96-4F54-AB3E-0413503B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F47CA-354C-47BA-8998-4D25A091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C5918-550D-43F5-959C-1D8FA76F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23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615A91-96A4-4966-A42B-CBCDD39A3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78C82C-010B-413C-9087-196A15218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AD30F-486B-46DC-A383-0175A870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B181C-FD41-4C2C-8209-08D6F5A4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9BDAB-7771-4DDA-8EC4-8334D58B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68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D89931-8814-4CF7-9380-42A9606D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DB822-BBD9-42EB-A13E-67D1EFE5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A56815-E53F-425D-B125-DADD11282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A861B-BBF0-4E9D-83EB-CA452E10C33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973A2-13DE-4DE9-83C9-5A4EF6CCD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8A28A-12CC-4F32-AEF7-2F6A260DF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62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8FA63-FFAF-4F69-AED8-2B7DC9483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현재 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맵 제작</a:t>
            </a:r>
          </a:p>
        </p:txBody>
      </p:sp>
    </p:spTree>
    <p:extLst>
      <p:ext uri="{BB962C8B-B14F-4D97-AF65-F5344CB8AC3E}">
        <p14:creationId xmlns:p14="http://schemas.microsoft.com/office/powerpoint/2010/main" val="116758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화면의 전체 </a:t>
            </a:r>
            <a:r>
              <a:rPr lang="en-US" altLang="ko-KR" dirty="0"/>
              <a:t>VIGNNET </a:t>
            </a:r>
            <a:r>
              <a:rPr lang="ko-KR" altLang="en-US" dirty="0"/>
              <a:t>값을 조금 높여서 화면 밝기 올려야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공모전 당시 화면이 너무 어두워서 플레이어가 길을 찾지 못하는 상황 발생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유니티 안에 </a:t>
            </a:r>
            <a:r>
              <a:rPr lang="ko-KR" altLang="en-US" dirty="0" err="1"/>
              <a:t>에셋</a:t>
            </a:r>
            <a:r>
              <a:rPr lang="ko-KR" altLang="en-US" dirty="0"/>
              <a:t> 넣어뒀음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클릭으로 진행하다 보니</a:t>
            </a:r>
            <a:r>
              <a:rPr lang="en-US" altLang="ko-KR" dirty="0"/>
              <a:t> TAB</a:t>
            </a:r>
            <a:r>
              <a:rPr lang="ko-KR" altLang="en-US" dirty="0"/>
              <a:t>을 누르지 않아 인벤토리가 있다는 것을 인지하지 못함 그래서 넣어둔 </a:t>
            </a:r>
            <a:r>
              <a:rPr lang="ko-KR" altLang="en-US" dirty="0" err="1"/>
              <a:t>에셋</a:t>
            </a:r>
            <a:r>
              <a:rPr lang="ko-KR" altLang="en-US" dirty="0"/>
              <a:t> 중 </a:t>
            </a:r>
            <a:r>
              <a:rPr lang="en-US" altLang="ko-KR" dirty="0"/>
              <a:t>TAB</a:t>
            </a:r>
            <a:r>
              <a:rPr lang="ko-KR" altLang="en-US" dirty="0"/>
              <a:t>을 가운데 아래에 넣어</a:t>
            </a:r>
            <a:r>
              <a:rPr lang="en-US" altLang="ko-KR" dirty="0"/>
              <a:t>(</a:t>
            </a:r>
            <a:r>
              <a:rPr lang="ko-KR" altLang="en-US" dirty="0"/>
              <a:t>클릭 처리 </a:t>
            </a:r>
            <a:r>
              <a:rPr lang="en-US" altLang="ko-KR" dirty="0"/>
              <a:t>-&gt; </a:t>
            </a:r>
            <a:r>
              <a:rPr lang="ko-KR" altLang="en-US" dirty="0"/>
              <a:t>클릭 했을 경우 인벤토리 올라오도록</a:t>
            </a:r>
            <a:r>
              <a:rPr lang="en-US" altLang="ko-KR" dirty="0"/>
              <a:t>-&gt; </a:t>
            </a:r>
            <a:r>
              <a:rPr lang="ko-KR" altLang="en-US" dirty="0"/>
              <a:t>클릭 한 번 더 했을 경우 인벤토리 내려오게</a:t>
            </a:r>
            <a:r>
              <a:rPr lang="en-US" altLang="ko-KR" dirty="0"/>
              <a:t>) </a:t>
            </a:r>
            <a:r>
              <a:rPr lang="ko-KR" altLang="en-US" dirty="0"/>
              <a:t>인식할 수 있도록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10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TAB </a:t>
            </a:r>
            <a:r>
              <a:rPr lang="ko-KR" altLang="en-US" dirty="0"/>
              <a:t>표시의 경우 인벤토리가 올라왔을 때 같이 올라오고 같이 내려가도록 만들어야 함 그래픽은 </a:t>
            </a:r>
            <a:r>
              <a:rPr lang="ko-KR" altLang="en-US" dirty="0" err="1"/>
              <a:t>솔리드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ko-KR" altLang="en-US" dirty="0"/>
              <a:t>아웃라인 </a:t>
            </a:r>
            <a:r>
              <a:rPr lang="en-US" altLang="ko-KR" dirty="0"/>
              <a:t>o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다용도 실로 가는 문에 화살표 필요 문을 찾지 못하는 사람 많았음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8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구현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81E36-45FA-455A-ACBF-33482CEF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0" y="2006405"/>
            <a:ext cx="5448301" cy="3782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화살표를 누르면 </a:t>
            </a:r>
            <a:r>
              <a:rPr lang="en-US" altLang="ko-KR" dirty="0"/>
              <a:t>1</a:t>
            </a:r>
            <a:r>
              <a:rPr lang="ko-KR" altLang="en-US" dirty="0"/>
              <a:t>층 </a:t>
            </a:r>
            <a:r>
              <a:rPr lang="ko-KR" altLang="en-US" dirty="0" err="1"/>
              <a:t>맵과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층 </a:t>
            </a:r>
            <a:r>
              <a:rPr lang="ko-KR" altLang="en-US" dirty="0" err="1"/>
              <a:t>맵을</a:t>
            </a:r>
            <a:r>
              <a:rPr lang="ko-KR" altLang="en-US" dirty="0"/>
              <a:t> 바꿔서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아직 가지 않았거나 문을 열지 않았다면 잠금 장치를 건 것 처럼 만들기</a:t>
            </a:r>
            <a:r>
              <a:rPr lang="en-US" altLang="ko-KR" dirty="0"/>
              <a:t> + </a:t>
            </a:r>
            <a:r>
              <a:rPr lang="ko-KR" altLang="en-US" dirty="0"/>
              <a:t>클릭 처리 </a:t>
            </a:r>
            <a:r>
              <a:rPr lang="en-US" altLang="ko-KR" dirty="0"/>
              <a:t>OFF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그 방에서 찾지 못한 물건이 있거나 상호작용 하지 않은 물건이 있다면 아이템에 </a:t>
            </a:r>
            <a:r>
              <a:rPr lang="ko-KR" altLang="en-US" dirty="0" err="1"/>
              <a:t>붙여둔</a:t>
            </a:r>
            <a:r>
              <a:rPr lang="ko-KR" altLang="en-US" dirty="0"/>
              <a:t> 것처럼 </a:t>
            </a:r>
            <a:r>
              <a:rPr lang="ko-KR" altLang="en-US" dirty="0" err="1"/>
              <a:t>별모양</a:t>
            </a:r>
            <a:r>
              <a:rPr lang="ko-KR" altLang="en-US" dirty="0"/>
              <a:t> </a:t>
            </a:r>
            <a:r>
              <a:rPr lang="ko-KR" altLang="en-US" dirty="0" err="1"/>
              <a:t>붙여두기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한 번 간 방은 </a:t>
            </a:r>
            <a:r>
              <a:rPr lang="ko-KR" altLang="en-US" dirty="0" err="1"/>
              <a:t>맵에서</a:t>
            </a:r>
            <a:r>
              <a:rPr lang="ko-KR" altLang="en-US" dirty="0"/>
              <a:t> 클릭 했을 경우 바로 갈 수 있도록 한다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기본적으로 </a:t>
            </a:r>
            <a:r>
              <a:rPr lang="ko-KR" altLang="en-US" dirty="0" err="1"/>
              <a:t>맵은</a:t>
            </a:r>
            <a:r>
              <a:rPr lang="ko-KR" altLang="en-US" dirty="0"/>
              <a:t> 키보드 </a:t>
            </a:r>
            <a:r>
              <a:rPr lang="en-US" altLang="ko-KR" dirty="0"/>
              <a:t>M</a:t>
            </a:r>
            <a:r>
              <a:rPr lang="ko-KR" altLang="en-US" dirty="0"/>
              <a:t>을 눌렀을 경우 켜지도록</a:t>
            </a:r>
            <a:endParaRPr lang="en-US" altLang="ko-KR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DA75EE90-512C-4AED-A73C-1FF92C62B7D2}"/>
              </a:ext>
            </a:extLst>
          </p:cNvPr>
          <p:cNvSpPr/>
          <p:nvPr/>
        </p:nvSpPr>
        <p:spPr>
          <a:xfrm>
            <a:off x="1097280" y="2194560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ABEF7F2-2D4E-48F0-9947-A918F85FD130}"/>
              </a:ext>
            </a:extLst>
          </p:cNvPr>
          <p:cNvSpPr/>
          <p:nvPr/>
        </p:nvSpPr>
        <p:spPr>
          <a:xfrm rot="10800000">
            <a:off x="1097280" y="2388801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31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구현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81E36-45FA-455A-ACBF-33482CEF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0" y="2006405"/>
            <a:ext cx="5448301" cy="3782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에셋이</a:t>
            </a:r>
            <a:r>
              <a:rPr lang="ko-KR" altLang="en-US" dirty="0"/>
              <a:t> 만들어지기 전 까지는 빈 박스 안에 텍스트 박스 넣어서 방 이름 넣어야 함 </a:t>
            </a:r>
            <a:endParaRPr lang="en-US" altLang="ko-KR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DA75EE90-512C-4AED-A73C-1FF92C62B7D2}"/>
              </a:ext>
            </a:extLst>
          </p:cNvPr>
          <p:cNvSpPr/>
          <p:nvPr/>
        </p:nvSpPr>
        <p:spPr>
          <a:xfrm>
            <a:off x="1097280" y="2194560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ABEF7F2-2D4E-48F0-9947-A918F85FD130}"/>
              </a:ext>
            </a:extLst>
          </p:cNvPr>
          <p:cNvSpPr/>
          <p:nvPr/>
        </p:nvSpPr>
        <p:spPr>
          <a:xfrm rot="10800000">
            <a:off x="1097280" y="2388801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53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r>
              <a:rPr lang="ko-KR" altLang="en-US" dirty="0"/>
              <a:t>번째 가독성을 무조건 우선시 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왼쪽 처럼 </a:t>
            </a:r>
            <a:r>
              <a:rPr lang="ko-KR" altLang="en-US" dirty="0" err="1"/>
              <a:t>말풍선</a:t>
            </a:r>
            <a:r>
              <a:rPr lang="ko-KR" altLang="en-US" dirty="0"/>
              <a:t> 안에 방 이름을 </a:t>
            </a:r>
            <a:r>
              <a:rPr lang="ko-KR" altLang="en-US" dirty="0" err="1"/>
              <a:t>써둬야</a:t>
            </a:r>
            <a:r>
              <a:rPr lang="ko-KR" altLang="en-US" dirty="0"/>
              <a:t>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&lt;- </a:t>
            </a:r>
            <a:r>
              <a:rPr lang="ko-KR" altLang="en-US" dirty="0"/>
              <a:t>레퍼런스 </a:t>
            </a:r>
            <a:r>
              <a:rPr lang="en-US" altLang="ko-KR" dirty="0"/>
              <a:t>1</a:t>
            </a:r>
            <a:r>
              <a:rPr lang="ko-KR" altLang="en-US" dirty="0"/>
              <a:t> 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16EA5F-6E22-4AAA-9C86-3DCD3A6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8" y="1971699"/>
            <a:ext cx="4989665" cy="4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7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r>
              <a:rPr lang="ko-KR" altLang="en-US" dirty="0"/>
              <a:t>번째 가독성을 무조건 우선시 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왼쪽 처럼 </a:t>
            </a:r>
            <a:r>
              <a:rPr lang="ko-KR" altLang="en-US" dirty="0" err="1"/>
              <a:t>말풍선</a:t>
            </a:r>
            <a:r>
              <a:rPr lang="ko-KR" altLang="en-US" dirty="0"/>
              <a:t> 안에 방 이름을 </a:t>
            </a:r>
            <a:r>
              <a:rPr lang="ko-KR" altLang="en-US" dirty="0" err="1"/>
              <a:t>써둬야</a:t>
            </a:r>
            <a:r>
              <a:rPr lang="ko-KR" altLang="en-US" dirty="0"/>
              <a:t>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&lt;- </a:t>
            </a:r>
            <a:r>
              <a:rPr lang="ko-KR" altLang="en-US" dirty="0"/>
              <a:t>레퍼런스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레퍼런스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섞은 방식으로 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A23656-08B3-4857-9EF5-1F9EAEE61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45" y="2014569"/>
            <a:ext cx="4244750" cy="318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62065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가지 않은 방이 </a:t>
            </a:r>
            <a:r>
              <a:rPr lang="ko-KR" altLang="en-US" dirty="0" err="1"/>
              <a:t>잠겨있다고</a:t>
            </a:r>
            <a:r>
              <a:rPr lang="ko-KR" altLang="en-US" dirty="0"/>
              <a:t> 보여주는 자물쇠 레퍼런스 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682E62-3C7A-4E03-AD72-646724B29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11" y="2062065"/>
            <a:ext cx="4441102" cy="33918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7D1242-FC3F-427B-9B3E-0ECF4260A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377" y="3736526"/>
            <a:ext cx="4922221" cy="2899279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AB935E59-95B5-4BD8-8533-FB943A3FC054}"/>
              </a:ext>
            </a:extLst>
          </p:cNvPr>
          <p:cNvSpPr/>
          <p:nvPr/>
        </p:nvSpPr>
        <p:spPr>
          <a:xfrm>
            <a:off x="5454595" y="2944836"/>
            <a:ext cx="302149" cy="553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E86D-6391-42D5-9940-03154D89AECB}"/>
              </a:ext>
            </a:extLst>
          </p:cNvPr>
          <p:cNvSpPr txBox="1"/>
          <p:nvPr/>
        </p:nvSpPr>
        <p:spPr>
          <a:xfrm>
            <a:off x="6096000" y="2944836"/>
            <a:ext cx="376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방의 문을 열지 않았을 때의 모습 예시 </a:t>
            </a:r>
          </a:p>
        </p:txBody>
      </p:sp>
    </p:spTree>
    <p:extLst>
      <p:ext uri="{BB962C8B-B14F-4D97-AF65-F5344CB8AC3E}">
        <p14:creationId xmlns:p14="http://schemas.microsoft.com/office/powerpoint/2010/main" val="314459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6230368" y="5737130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가지 않은 방이 </a:t>
            </a:r>
            <a:r>
              <a:rPr lang="ko-KR" altLang="en-US" dirty="0" err="1"/>
              <a:t>잠겨있다고</a:t>
            </a:r>
            <a:r>
              <a:rPr lang="ko-KR" altLang="en-US" dirty="0"/>
              <a:t> 보여주는 자물쇠 레퍼런스 </a:t>
            </a:r>
            <a:r>
              <a:rPr lang="en-US" altLang="ko-KR" dirty="0"/>
              <a:t>(</a:t>
            </a:r>
            <a:r>
              <a:rPr lang="ko-KR" altLang="en-US" dirty="0"/>
              <a:t>위는 예시</a:t>
            </a:r>
            <a:r>
              <a:rPr lang="en-US" altLang="ko-KR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E7310-3284-461B-807E-42DCAADC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46" y="1825626"/>
            <a:ext cx="1755776" cy="1728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897491-F8E0-48DD-BCF5-498E1F50C202}"/>
              </a:ext>
            </a:extLst>
          </p:cNvPr>
          <p:cNvSpPr txBox="1"/>
          <p:nvPr/>
        </p:nvSpPr>
        <p:spPr>
          <a:xfrm>
            <a:off x="2647784" y="1979875"/>
            <a:ext cx="183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409D39-CC68-4E8A-AD8F-617842CF7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621" y="1917000"/>
            <a:ext cx="1802227" cy="163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8C19D-99F2-4FC6-AD5D-138697A9DD96}"/>
              </a:ext>
            </a:extLst>
          </p:cNvPr>
          <p:cNvSpPr txBox="1"/>
          <p:nvPr/>
        </p:nvSpPr>
        <p:spPr>
          <a:xfrm>
            <a:off x="6448508" y="1979875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C9FBF4-0D85-4248-99FC-A2E378CC7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946" y="1825625"/>
            <a:ext cx="1964735" cy="1946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06CC78-FF14-48B2-9C85-E783C1A3D9E5}"/>
              </a:ext>
            </a:extLst>
          </p:cNvPr>
          <p:cNvSpPr txBox="1"/>
          <p:nvPr/>
        </p:nvSpPr>
        <p:spPr>
          <a:xfrm>
            <a:off x="9724445" y="182562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가정부 방</a:t>
            </a:r>
          </a:p>
        </p:txBody>
      </p:sp>
    </p:spTree>
    <p:extLst>
      <p:ext uri="{BB962C8B-B14F-4D97-AF65-F5344CB8AC3E}">
        <p14:creationId xmlns:p14="http://schemas.microsoft.com/office/powerpoint/2010/main" val="1926330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E0F81-05E7-4E48-8D3F-783FC5C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73424" cy="50156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복도 </a:t>
            </a:r>
            <a:r>
              <a:rPr lang="ko-KR" altLang="en-US" sz="2000" dirty="0" err="1"/>
              <a:t>기믹</a:t>
            </a:r>
            <a:r>
              <a:rPr lang="ko-KR" altLang="en-US" sz="2000" dirty="0"/>
              <a:t> 추가</a:t>
            </a:r>
            <a:r>
              <a:rPr lang="en-US" altLang="ko-KR" sz="2000" dirty="0"/>
              <a:t>(</a:t>
            </a:r>
            <a:r>
              <a:rPr lang="ko-KR" altLang="en-US" sz="2000" dirty="0"/>
              <a:t>적을 추가하여 긴장감</a:t>
            </a:r>
            <a:r>
              <a:rPr lang="en-US" altLang="ko-KR" sz="2000" dirty="0"/>
              <a:t>, </a:t>
            </a:r>
            <a:r>
              <a:rPr lang="ko-KR" altLang="en-US" sz="2000" dirty="0"/>
              <a:t>공포 분위기 추가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B3EE8-1B1E-4DBB-B8F0-97C69DD590C1}"/>
              </a:ext>
            </a:extLst>
          </p:cNvPr>
          <p:cNvSpPr txBox="1"/>
          <p:nvPr/>
        </p:nvSpPr>
        <p:spPr>
          <a:xfrm>
            <a:off x="779228" y="1226287"/>
            <a:ext cx="595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매인 홀에 들어갔을 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0A23EE-B157-4C59-9732-4351FDCD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92536"/>
            <a:ext cx="4695908" cy="3173377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D86F8763-C96D-4AFB-855D-1E115CC25C4E}"/>
              </a:ext>
            </a:extLst>
          </p:cNvPr>
          <p:cNvSpPr/>
          <p:nvPr/>
        </p:nvSpPr>
        <p:spPr>
          <a:xfrm>
            <a:off x="4492487" y="3538330"/>
            <a:ext cx="492981" cy="104162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2D293-0D34-4403-B510-EAECD8592E4F}"/>
              </a:ext>
            </a:extLst>
          </p:cNvPr>
          <p:cNvSpPr txBox="1"/>
          <p:nvPr/>
        </p:nvSpPr>
        <p:spPr>
          <a:xfrm>
            <a:off x="6019137" y="2364705"/>
            <a:ext cx="53346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붉은 네모 칸이 적의 위치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적 오브젝트에 캔버스를 씌워서 적 오브젝트 안에 패널을 넣음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오브젝트 트리 구조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–ENEMY &lt;- CAPSULE COLLISION 2D(</a:t>
            </a:r>
            <a:r>
              <a:rPr lang="ko-KR" altLang="en-US" dirty="0"/>
              <a:t>있어야 함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 -PANEL</a:t>
            </a:r>
          </a:p>
          <a:p>
            <a:r>
              <a:rPr lang="en-US" altLang="ko-KR" dirty="0"/>
              <a:t>     -RAWIMAGE</a:t>
            </a:r>
          </a:p>
          <a:p>
            <a:endParaRPr lang="en-US" altLang="ko-KR" dirty="0"/>
          </a:p>
          <a:p>
            <a:r>
              <a:rPr lang="ko-KR" altLang="en-US" dirty="0"/>
              <a:t>클릭 했을 때 플레이어의 모든 행동을 일시 정지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마우스 삭제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클릭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-ESC</a:t>
            </a:r>
            <a:r>
              <a:rPr lang="ko-KR" altLang="en-US" dirty="0"/>
              <a:t>금지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944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E0F81-05E7-4E48-8D3F-783FC5C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73424" cy="50156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복도 </a:t>
            </a:r>
            <a:r>
              <a:rPr lang="ko-KR" altLang="en-US" sz="2000" dirty="0" err="1"/>
              <a:t>기믹</a:t>
            </a:r>
            <a:r>
              <a:rPr lang="ko-KR" altLang="en-US" sz="2000" dirty="0"/>
              <a:t> 추가</a:t>
            </a:r>
            <a:r>
              <a:rPr lang="en-US" altLang="ko-KR" sz="2000" dirty="0"/>
              <a:t>(</a:t>
            </a:r>
            <a:r>
              <a:rPr lang="ko-KR" altLang="en-US" sz="2000" dirty="0"/>
              <a:t>적을 추가하여 긴장감</a:t>
            </a:r>
            <a:r>
              <a:rPr lang="en-US" altLang="ko-KR" sz="2000" dirty="0"/>
              <a:t>, </a:t>
            </a:r>
            <a:r>
              <a:rPr lang="ko-KR" altLang="en-US" sz="2000" dirty="0"/>
              <a:t>공포 분위기 추가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B3EE8-1B1E-4DBB-B8F0-97C69DD590C1}"/>
              </a:ext>
            </a:extLst>
          </p:cNvPr>
          <p:cNvSpPr txBox="1"/>
          <p:nvPr/>
        </p:nvSpPr>
        <p:spPr>
          <a:xfrm>
            <a:off x="779228" y="1226287"/>
            <a:ext cx="595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매인 홀에 들어갔을 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0A23EE-B157-4C59-9732-4351FDCD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92536"/>
            <a:ext cx="4695908" cy="3173377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D86F8763-C96D-4AFB-855D-1E115CC25C4E}"/>
              </a:ext>
            </a:extLst>
          </p:cNvPr>
          <p:cNvSpPr/>
          <p:nvPr/>
        </p:nvSpPr>
        <p:spPr>
          <a:xfrm>
            <a:off x="4492487" y="3538330"/>
            <a:ext cx="492981" cy="104162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2D293-0D34-4403-B510-EAECD8592E4F}"/>
              </a:ext>
            </a:extLst>
          </p:cNvPr>
          <p:cNvSpPr txBox="1"/>
          <p:nvPr/>
        </p:nvSpPr>
        <p:spPr>
          <a:xfrm>
            <a:off x="6019137" y="2364705"/>
            <a:ext cx="53346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앵무새는 적과 같이 있으면 안됨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처음 </a:t>
            </a:r>
            <a:r>
              <a:rPr lang="en-US" altLang="ko-KR" dirty="0" err="1"/>
              <a:t>hall_playable</a:t>
            </a:r>
            <a:r>
              <a:rPr lang="ko-KR" altLang="en-US" dirty="0"/>
              <a:t> </a:t>
            </a:r>
            <a:r>
              <a:rPr lang="ko-KR" altLang="en-US" dirty="0" err="1"/>
              <a:t>씬에</a:t>
            </a:r>
            <a:r>
              <a:rPr lang="ko-KR" altLang="en-US" dirty="0"/>
              <a:t> 들어가면 앵무새가 없어야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적을 한 번 클릭 후 다시 </a:t>
            </a:r>
            <a:r>
              <a:rPr lang="en-US" altLang="ko-KR" dirty="0" err="1"/>
              <a:t>hall_playable</a:t>
            </a:r>
            <a:r>
              <a:rPr lang="ko-KR" altLang="en-US" dirty="0" err="1"/>
              <a:t>씬이</a:t>
            </a:r>
            <a:r>
              <a:rPr lang="ko-KR" altLang="en-US" dirty="0"/>
              <a:t> 로드 되면 그때 적이 사라지고 앵무새가 나타나도록 해야함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=&gt; </a:t>
            </a:r>
            <a:r>
              <a:rPr lang="ko-KR" altLang="en-US" dirty="0"/>
              <a:t>이것은 앵무새가 적이 아닌 아군이라는 인식을 주면서 적이 </a:t>
            </a:r>
            <a:r>
              <a:rPr lang="ko-KR" altLang="en-US" dirty="0" err="1"/>
              <a:t>위험하다라는</a:t>
            </a:r>
            <a:r>
              <a:rPr lang="ko-KR" altLang="en-US" dirty="0"/>
              <a:t> 인식을 주기 위함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253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E0F81-05E7-4E48-8D3F-783FC5C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73424" cy="50156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복도 </a:t>
            </a:r>
            <a:r>
              <a:rPr lang="ko-KR" altLang="en-US" sz="2000" dirty="0" err="1"/>
              <a:t>기믹</a:t>
            </a:r>
            <a:r>
              <a:rPr lang="ko-KR" altLang="en-US" sz="2000" dirty="0"/>
              <a:t> 추가</a:t>
            </a:r>
            <a:r>
              <a:rPr lang="en-US" altLang="ko-KR" sz="2000" dirty="0"/>
              <a:t>(</a:t>
            </a:r>
            <a:r>
              <a:rPr lang="ko-KR" altLang="en-US" sz="2000" dirty="0"/>
              <a:t>적을 추가하여 긴장감</a:t>
            </a:r>
            <a:r>
              <a:rPr lang="en-US" altLang="ko-KR" sz="2000" dirty="0"/>
              <a:t>, </a:t>
            </a:r>
            <a:r>
              <a:rPr lang="ko-KR" altLang="en-US" sz="2000" dirty="0"/>
              <a:t>공포 분위기 추가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B3EE8-1B1E-4DBB-B8F0-97C69DD590C1}"/>
              </a:ext>
            </a:extLst>
          </p:cNvPr>
          <p:cNvSpPr txBox="1"/>
          <p:nvPr/>
        </p:nvSpPr>
        <p:spPr>
          <a:xfrm>
            <a:off x="779228" y="1226287"/>
            <a:ext cx="797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적이 클릭 되었거나 같은 장소에서 </a:t>
            </a:r>
            <a:r>
              <a:rPr lang="en-US" altLang="ko-KR" dirty="0"/>
              <a:t>1</a:t>
            </a:r>
            <a:r>
              <a:rPr lang="ko-KR" altLang="en-US" dirty="0"/>
              <a:t>분이 지나 플레이어가 죽었을 경우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2D293-0D34-4403-B510-EAECD8592E4F}"/>
              </a:ext>
            </a:extLst>
          </p:cNvPr>
          <p:cNvSpPr txBox="1"/>
          <p:nvPr/>
        </p:nvSpPr>
        <p:spPr>
          <a:xfrm>
            <a:off x="838200" y="2315817"/>
            <a:ext cx="5334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눈 깜박이는 효과 </a:t>
            </a:r>
            <a:r>
              <a:rPr lang="en-US" altLang="ko-KR" dirty="0"/>
              <a:t>(0.2</a:t>
            </a:r>
            <a:r>
              <a:rPr lang="ko-KR" altLang="en-US" dirty="0"/>
              <a:t>초</a:t>
            </a:r>
            <a:r>
              <a:rPr lang="en-US" altLang="ko-KR" dirty="0"/>
              <a:t>)(</a:t>
            </a:r>
            <a:r>
              <a:rPr lang="en-US" altLang="ko-KR" dirty="0" err="1"/>
              <a:t>mokotan</a:t>
            </a:r>
            <a:r>
              <a:rPr lang="en-US" altLang="ko-KR" dirty="0"/>
              <a:t>-&gt;</a:t>
            </a:r>
            <a:r>
              <a:rPr lang="en-US" altLang="ko-KR" dirty="0" err="1"/>
              <a:t>Prifab</a:t>
            </a:r>
            <a:r>
              <a:rPr lang="en-US" altLang="ko-KR" dirty="0"/>
              <a:t>-&gt;</a:t>
            </a:r>
            <a:r>
              <a:rPr lang="en-US" altLang="ko-KR" dirty="0" err="1"/>
              <a:t>BlinkManager</a:t>
            </a:r>
            <a:r>
              <a:rPr lang="ko-KR" altLang="en-US" dirty="0"/>
              <a:t> 사용</a:t>
            </a:r>
            <a:r>
              <a:rPr lang="en-US" altLang="ko-KR" dirty="0"/>
              <a:t>(</a:t>
            </a:r>
            <a:r>
              <a:rPr lang="ko-KR" altLang="en-US" dirty="0"/>
              <a:t>지금은 스페이스파를 눌렀을 때 깜박이도록 </a:t>
            </a:r>
            <a:r>
              <a:rPr lang="ko-KR" altLang="en-US" dirty="0" err="1"/>
              <a:t>코딩되어</a:t>
            </a:r>
            <a:r>
              <a:rPr lang="ko-KR" altLang="en-US" dirty="0"/>
              <a:t> 있음 수정해서 사용 </a:t>
            </a:r>
            <a:r>
              <a:rPr lang="en-US" altLang="ko-KR" dirty="0"/>
              <a:t>))</a:t>
            </a:r>
          </a:p>
          <a:p>
            <a:r>
              <a:rPr lang="en-US" altLang="ko-KR" dirty="0"/>
              <a:t>	-&gt; </a:t>
            </a:r>
            <a:r>
              <a:rPr lang="ko-KR" altLang="en-US" dirty="0"/>
              <a:t>애니메이션 실행</a:t>
            </a:r>
            <a:endParaRPr lang="en-US" altLang="ko-KR" dirty="0"/>
          </a:p>
          <a:p>
            <a:r>
              <a:rPr lang="en-US" altLang="ko-KR" dirty="0"/>
              <a:t>		-&gt;</a:t>
            </a:r>
            <a:r>
              <a:rPr lang="ko-KR" altLang="en-US" dirty="0"/>
              <a:t>사망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Scene-&gt;</a:t>
            </a:r>
            <a:r>
              <a:rPr lang="en-US" altLang="ko-KR" dirty="0" err="1"/>
              <a:t>Mokotan</a:t>
            </a:r>
            <a:r>
              <a:rPr lang="en-US" altLang="ko-KR" dirty="0"/>
              <a:t>-&gt;</a:t>
            </a:r>
            <a:r>
              <a:rPr lang="en-US" altLang="ko-KR" dirty="0" err="1"/>
              <a:t>CreateEffect</a:t>
            </a:r>
            <a:r>
              <a:rPr lang="en-US" altLang="ko-KR" dirty="0"/>
              <a:t>-&gt;shader-&gt;</a:t>
            </a:r>
            <a:r>
              <a:rPr lang="en-US" altLang="ko-KR" dirty="0" err="1"/>
              <a:t>BlinkShader</a:t>
            </a:r>
            <a:r>
              <a:rPr lang="en-US" altLang="ko-KR" dirty="0"/>
              <a:t> </a:t>
            </a:r>
            <a:r>
              <a:rPr lang="ko-KR" altLang="en-US" dirty="0"/>
              <a:t>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플로우</a:t>
            </a:r>
            <a:endParaRPr lang="en-US" altLang="ko-KR" dirty="0"/>
          </a:p>
          <a:p>
            <a:r>
              <a:rPr lang="ko-KR" altLang="en-US" dirty="0"/>
              <a:t>클릭 </a:t>
            </a:r>
            <a:r>
              <a:rPr lang="en-US" altLang="ko-KR" dirty="0"/>
              <a:t>or 1</a:t>
            </a:r>
            <a:r>
              <a:rPr lang="ko-KR" altLang="en-US" dirty="0"/>
              <a:t>분 지남</a:t>
            </a:r>
            <a:r>
              <a:rPr lang="en-US" altLang="ko-KR" dirty="0"/>
              <a:t>-&gt; </a:t>
            </a:r>
            <a:r>
              <a:rPr lang="ko-KR" altLang="en-US" dirty="0"/>
              <a:t>플레이어의 모든 행동 정지</a:t>
            </a:r>
            <a:r>
              <a:rPr lang="en-US" altLang="ko-KR" dirty="0"/>
              <a:t>-&gt; </a:t>
            </a:r>
            <a:r>
              <a:rPr lang="ko-KR" altLang="en-US" dirty="0" err="1"/>
              <a:t>눈깜박임</a:t>
            </a:r>
            <a:r>
              <a:rPr lang="en-US" altLang="ko-KR" dirty="0"/>
              <a:t>-&gt; </a:t>
            </a:r>
            <a:r>
              <a:rPr lang="ko-KR" altLang="en-US" dirty="0"/>
              <a:t>애니메이션 실행</a:t>
            </a:r>
            <a:r>
              <a:rPr lang="en-US" altLang="ko-KR" dirty="0"/>
              <a:t> -&gt; </a:t>
            </a:r>
            <a:r>
              <a:rPr lang="ko-KR" altLang="en-US" dirty="0"/>
              <a:t>사망 페이지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071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460</Words>
  <Application>Microsoft Office PowerPoint</Application>
  <PresentationFormat>와이드스크린</PresentationFormat>
  <Paragraphs>96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현재 플로우 직관성 + 맵 제작</vt:lpstr>
      <vt:lpstr>플로우 직관성 </vt:lpstr>
      <vt:lpstr>플로우 직관성 </vt:lpstr>
      <vt:lpstr>맵 구현 방식</vt:lpstr>
      <vt:lpstr>맵 구현 방식</vt:lpstr>
      <vt:lpstr>맵아트 레퍼런스 </vt:lpstr>
      <vt:lpstr>맵아트 레퍼런스 </vt:lpstr>
      <vt:lpstr>맵아트 레퍼런스 </vt:lpstr>
      <vt:lpstr>맵아트 레퍼런스 </vt:lpstr>
      <vt:lpstr>복도 기믹 추가(적을 추가하여 긴장감, 공포 분위기 추가) </vt:lpstr>
      <vt:lpstr>복도 기믹 추가(적을 추가하여 긴장감, 공포 분위기 추가) </vt:lpstr>
      <vt:lpstr>복도 기믹 추가(적을 추가하여 긴장감, 공포 분위기 추가)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현재 플로우 직관성 + 맵 제작</dc:title>
  <dc:creator>기석 김</dc:creator>
  <cp:lastModifiedBy>기석 김</cp:lastModifiedBy>
  <cp:revision>16</cp:revision>
  <dcterms:created xsi:type="dcterms:W3CDTF">2026-01-05T08:28:08Z</dcterms:created>
  <dcterms:modified xsi:type="dcterms:W3CDTF">2026-03-10T14:58:02Z</dcterms:modified>
</cp:coreProperties>
</file>