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50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0dcc8b5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0dcc8b5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0dcc8b59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0dcc8b59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0dcc8b595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0dcc8b595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0dcc8b595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0dcc8b595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0dcc8b595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0dcc8b595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0dcc8b595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0dcc8b595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0dcc8b595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0dcc8b595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+mj-ea"/>
                <a:ea typeface="+mj-ea"/>
              </a:rPr>
              <a:t>첫 장면 기획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+mj-ea"/>
                <a:ea typeface="+mj-ea"/>
              </a:rPr>
              <a:t>작성자 김기석</a:t>
            </a:r>
            <a:endParaRPr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+mj-ea"/>
                <a:ea typeface="+mj-ea"/>
              </a:rPr>
              <a:t>첫 장면 큰 그림</a:t>
            </a:r>
            <a:endParaRPr dirty="0">
              <a:latin typeface="+mj-ea"/>
              <a:ea typeface="+mj-ea"/>
            </a:endParaRPr>
          </a:p>
        </p:txBody>
      </p:sp>
      <p:pic>
        <p:nvPicPr>
          <p:cNvPr id="61" name="Google Shape;61;p14" title="Gemini_Generated_Image_dqnc40dqnc40dqnc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250" y="1149600"/>
            <a:ext cx="5427925" cy="3101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+mn-ea"/>
                <a:ea typeface="+mn-ea"/>
              </a:rPr>
              <a:t>수정 사항 </a:t>
            </a:r>
            <a:endParaRPr dirty="0">
              <a:latin typeface="+mn-ea"/>
              <a:ea typeface="+mn-ea"/>
            </a:endParaRPr>
          </a:p>
        </p:txBody>
      </p:sp>
      <p:pic>
        <p:nvPicPr>
          <p:cNvPr id="67" name="Google Shape;67;p15" title="Gemini_Generated_Image_dqnc40dqnc40dqnc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54925"/>
            <a:ext cx="4449275" cy="254245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5310225" y="1997850"/>
            <a:ext cx="3205800" cy="22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solidFill>
                  <a:schemeClr val="dk2"/>
                </a:solidFill>
                <a:latin typeface="+mj-ea"/>
                <a:ea typeface="+mj-ea"/>
              </a:rPr>
              <a:t>-구도 변경</a:t>
            </a:r>
            <a:endParaRPr sz="1800" dirty="0">
              <a:solidFill>
                <a:schemeClr val="dk2"/>
              </a:solidFill>
              <a:latin typeface="+mj-ea"/>
              <a:ea typeface="+mj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  <a:latin typeface="+mj-ea"/>
              <a:ea typeface="+mj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solidFill>
                  <a:schemeClr val="dk2"/>
                </a:solidFill>
                <a:latin typeface="+mj-ea"/>
                <a:ea typeface="+mj-ea"/>
              </a:rPr>
              <a:t>-&gt; 구도는 다음 페이지 참고</a:t>
            </a:r>
            <a:endParaRPr sz="1800" dirty="0">
              <a:solidFill>
                <a:schemeClr val="dk2"/>
              </a:solidFill>
              <a:latin typeface="+mj-ea"/>
              <a:ea typeface="+mj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solidFill>
                  <a:schemeClr val="dk2"/>
                </a:solidFill>
                <a:latin typeface="+mj-ea"/>
                <a:ea typeface="+mj-ea"/>
              </a:rPr>
              <a:t>+점점 다가오는 것을 표현하기 위해 가운데의 사람의 스케일을 점점 크게 조정해서 4장 정도</a:t>
            </a:r>
            <a:endParaRPr sz="1800" dirty="0">
              <a:solidFill>
                <a:schemeClr val="dk2"/>
              </a:solidFill>
              <a:latin typeface="+mj-ea"/>
              <a:ea typeface="+mj-ea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2045650" y="2200675"/>
            <a:ext cx="892500" cy="1620600"/>
          </a:xfrm>
          <a:prstGeom prst="frame">
            <a:avLst>
              <a:gd name="adj1" fmla="val 125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수정 사항 </a:t>
            </a:r>
            <a:endParaRPr/>
          </a:p>
        </p:txBody>
      </p:sp>
      <p:pic>
        <p:nvPicPr>
          <p:cNvPr id="75" name="Google Shape;75;p16" title="Gemini_Generated_Image_dqnc40dqnc40dqnc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54925"/>
            <a:ext cx="4449275" cy="254245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5310225" y="1997850"/>
            <a:ext cx="3205800" cy="22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solidFill>
                  <a:schemeClr val="dk2"/>
                </a:solidFill>
                <a:latin typeface="+mn-ea"/>
                <a:ea typeface="+mn-ea"/>
              </a:rPr>
              <a:t>가면 변경</a:t>
            </a:r>
            <a:endParaRPr sz="1800" dirty="0">
              <a:solidFill>
                <a:schemeClr val="dk2"/>
              </a:solidFill>
              <a:latin typeface="+mn-ea"/>
              <a:ea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solidFill>
                  <a:schemeClr val="dk2"/>
                </a:solidFill>
                <a:latin typeface="+mn-ea"/>
                <a:ea typeface="+mn-ea"/>
              </a:rPr>
              <a:t>아래 이미지 처럼 </a:t>
            </a:r>
            <a:endParaRPr sz="1800" dirty="0">
              <a:solidFill>
                <a:schemeClr val="dk2"/>
              </a:solidFill>
              <a:latin typeface="+mn-ea"/>
              <a:ea typeface="+mn-ea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2045650" y="2200675"/>
            <a:ext cx="892500" cy="1620600"/>
          </a:xfrm>
          <a:prstGeom prst="frame">
            <a:avLst>
              <a:gd name="adj1" fmla="val 125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5295" y="2853520"/>
            <a:ext cx="1850900" cy="192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수정 사항 </a:t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5310225" y="1997850"/>
            <a:ext cx="3205800" cy="11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solidFill>
                  <a:schemeClr val="dk2"/>
                </a:solidFill>
                <a:latin typeface="+mn-ea"/>
                <a:ea typeface="+mn-ea"/>
              </a:rPr>
              <a:t>-구도 변경</a:t>
            </a:r>
            <a:endParaRPr sz="1800" dirty="0">
              <a:solidFill>
                <a:schemeClr val="dk2"/>
              </a:solidFill>
              <a:latin typeface="+mn-ea"/>
              <a:ea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  <a:latin typeface="+mn-ea"/>
              <a:ea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solidFill>
                  <a:schemeClr val="dk2"/>
                </a:solidFill>
                <a:latin typeface="+mn-ea"/>
                <a:ea typeface="+mn-ea"/>
              </a:rPr>
              <a:t>-&gt; 주인공이 묶여 있는 상황 </a:t>
            </a:r>
            <a:endParaRPr sz="1800" dirty="0">
              <a:solidFill>
                <a:schemeClr val="dk2"/>
              </a:solidFill>
              <a:latin typeface="+mn-ea"/>
              <a:ea typeface="+mn-ea"/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005425" cy="2870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수정 사항 </a:t>
            </a:r>
            <a:endParaRPr/>
          </a:p>
        </p:txBody>
      </p:sp>
      <p:sp>
        <p:nvSpPr>
          <p:cNvPr id="91" name="Google Shape;91;p18"/>
          <p:cNvSpPr txBox="1"/>
          <p:nvPr/>
        </p:nvSpPr>
        <p:spPr>
          <a:xfrm>
            <a:off x="5357200" y="1017725"/>
            <a:ext cx="3205800" cy="11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solidFill>
                  <a:schemeClr val="dk2"/>
                </a:solidFill>
                <a:latin typeface="+mj-ea"/>
                <a:ea typeface="+mj-ea"/>
              </a:rPr>
              <a:t>-구도 변경</a:t>
            </a:r>
            <a:endParaRPr sz="1800" dirty="0">
              <a:solidFill>
                <a:schemeClr val="dk2"/>
              </a:solidFill>
              <a:latin typeface="+mj-ea"/>
              <a:ea typeface="+mj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  <a:latin typeface="+mj-ea"/>
              <a:ea typeface="+mj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solidFill>
                  <a:schemeClr val="dk2"/>
                </a:solidFill>
                <a:latin typeface="+mj-ea"/>
                <a:ea typeface="+mj-ea"/>
              </a:rPr>
              <a:t>-&gt; 주인공이 묶여 있는 상황 </a:t>
            </a:r>
            <a:endParaRPr sz="1800" dirty="0">
              <a:solidFill>
                <a:schemeClr val="dk2"/>
              </a:solidFill>
              <a:latin typeface="+mj-ea"/>
              <a:ea typeface="+mj-ea"/>
            </a:endParaRPr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005425" cy="2870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5200" y="2317925"/>
            <a:ext cx="933450" cy="15906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2538900" y="1138850"/>
            <a:ext cx="2501400" cy="2932800"/>
          </a:xfrm>
          <a:prstGeom prst="frame">
            <a:avLst>
              <a:gd name="adj1" fmla="val 125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8"/>
          <p:cNvSpPr/>
          <p:nvPr/>
        </p:nvSpPr>
        <p:spPr>
          <a:xfrm>
            <a:off x="5600950" y="2764325"/>
            <a:ext cx="933600" cy="572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+mj-ea"/>
                <a:ea typeface="+mj-ea"/>
              </a:rPr>
              <a:t>어떻게 표현할 것인가?</a:t>
            </a:r>
            <a:endParaRPr dirty="0">
              <a:latin typeface="+mj-ea"/>
              <a:ea typeface="+mj-ea"/>
            </a:endParaRPr>
          </a:p>
        </p:txBody>
      </p:sp>
      <p:pic>
        <p:nvPicPr>
          <p:cNvPr id="101" name="Google Shape;101;p19" title="화면 캡처 2025-11-06 1827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75" y="1252350"/>
            <a:ext cx="5908625" cy="317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252975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+mn-ea"/>
                <a:ea typeface="+mn-ea"/>
              </a:rPr>
              <a:t>추가 기능</a:t>
            </a:r>
            <a:endParaRPr dirty="0">
              <a:latin typeface="+mn-ea"/>
              <a:ea typeface="+mn-ea"/>
            </a:endParaRPr>
          </a:p>
        </p:txBody>
      </p:sp>
      <p:pic>
        <p:nvPicPr>
          <p:cNvPr id="107" name="Google Shape;107;p20" title="화면 캡처 2025-11-06 1827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08175"/>
            <a:ext cx="4975601" cy="267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/>
        </p:nvSpPr>
        <p:spPr>
          <a:xfrm>
            <a:off x="5345475" y="1120300"/>
            <a:ext cx="3428100" cy="3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solidFill>
                  <a:schemeClr val="dk2"/>
                </a:solidFill>
                <a:latin typeface="+mn-ea"/>
                <a:ea typeface="+mn-ea"/>
              </a:rPr>
              <a:t>눈 깜빡임</a:t>
            </a:r>
            <a:endParaRPr sz="1800" dirty="0">
              <a:solidFill>
                <a:schemeClr val="dk2"/>
              </a:solidFill>
              <a:latin typeface="+mn-ea"/>
              <a:ea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solidFill>
                  <a:schemeClr val="dk2"/>
                </a:solidFill>
                <a:latin typeface="+mn-ea"/>
                <a:ea typeface="+mn-ea"/>
              </a:rPr>
              <a:t>-&gt; 깜빡일 때 마다 시선이 선명해짐(intensity 조정)</a:t>
            </a:r>
            <a:endParaRPr sz="1800" dirty="0">
              <a:solidFill>
                <a:schemeClr val="dk2"/>
              </a:solidFill>
              <a:latin typeface="+mn-ea"/>
              <a:ea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  <a:latin typeface="+mn-ea"/>
              <a:ea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solidFill>
                  <a:schemeClr val="dk2"/>
                </a:solidFill>
                <a:latin typeface="+mn-ea"/>
                <a:ea typeface="+mn-ea"/>
              </a:rPr>
              <a:t>시선의 이동</a:t>
            </a:r>
            <a:endParaRPr sz="1800" dirty="0">
              <a:solidFill>
                <a:schemeClr val="dk2"/>
              </a:solidFill>
              <a:latin typeface="+mn-ea"/>
              <a:ea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solidFill>
                  <a:schemeClr val="dk2"/>
                </a:solidFill>
                <a:latin typeface="+mn-ea"/>
                <a:ea typeface="+mn-ea"/>
              </a:rPr>
              <a:t>-&gt;좌, 우로 여기가 어딘지 파악하기 위해 두리번거리는 것을 표현하기 위함 </a:t>
            </a:r>
            <a:endParaRPr sz="1800" dirty="0">
              <a:solidFill>
                <a:schemeClr val="dk2"/>
              </a:solidFill>
              <a:latin typeface="+mn-ea"/>
              <a:ea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  <a:latin typeface="+mn-ea"/>
              <a:ea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solidFill>
                  <a:schemeClr val="dk2"/>
                </a:solidFill>
                <a:latin typeface="+mn-ea"/>
                <a:ea typeface="+mn-ea"/>
              </a:rPr>
              <a:t>물 떨어지는 동굴과 같은 bgm에 전기톱 소리(추후 추가)</a:t>
            </a:r>
            <a:endParaRPr sz="1800" dirty="0">
              <a:solidFill>
                <a:schemeClr val="dk2"/>
              </a:solidFill>
              <a:latin typeface="+mn-ea"/>
              <a:ea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105</Words>
  <Application>Microsoft Office PowerPoint</Application>
  <PresentationFormat>화면 슬라이드 쇼(16:9)</PresentationFormat>
  <Paragraphs>28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Simple Light</vt:lpstr>
      <vt:lpstr>첫 장면 기획</vt:lpstr>
      <vt:lpstr>첫 장면 큰 그림</vt:lpstr>
      <vt:lpstr>수정 사항 </vt:lpstr>
      <vt:lpstr>수정 사항 </vt:lpstr>
      <vt:lpstr>수정 사항 </vt:lpstr>
      <vt:lpstr>수정 사항 </vt:lpstr>
      <vt:lpstr>어떻게 표현할 것인가?</vt:lpstr>
      <vt:lpstr>추가 기능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첫 장면 기획</dc:title>
  <dc:creator>user</dc:creator>
  <cp:lastModifiedBy>기석 김</cp:lastModifiedBy>
  <cp:revision>1</cp:revision>
  <dcterms:modified xsi:type="dcterms:W3CDTF">2026-03-28T04:05:58Z</dcterms:modified>
</cp:coreProperties>
</file>